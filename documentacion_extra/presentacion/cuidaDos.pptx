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2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162260" cy="1961344"/>
            <a:chOff x="0" y="0"/>
            <a:chExt cx="1012764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2764" cy="277340"/>
            </a:xfrm>
            <a:custGeom>
              <a:avLst/>
              <a:gdLst/>
              <a:ahLst/>
              <a:cxnLst/>
              <a:rect r="r" b="b" t="t" l="l"/>
              <a:pathLst>
                <a:path h="277340" w="1012764">
                  <a:moveTo>
                    <a:pt x="809564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12764" y="277340"/>
                  </a:lnTo>
                  <a:lnTo>
                    <a:pt x="809564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09564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105746" y="639089"/>
            <a:ext cx="12153554" cy="9008822"/>
          </a:xfrm>
          <a:custGeom>
            <a:avLst/>
            <a:gdLst/>
            <a:ahLst/>
            <a:cxnLst/>
            <a:rect r="r" b="b" t="t" l="l"/>
            <a:pathLst>
              <a:path h="9008822" w="12153554">
                <a:moveTo>
                  <a:pt x="0" y="0"/>
                </a:moveTo>
                <a:lnTo>
                  <a:pt x="12153554" y="0"/>
                </a:lnTo>
                <a:lnTo>
                  <a:pt x="12153554" y="9008822"/>
                </a:lnTo>
                <a:lnTo>
                  <a:pt x="0" y="90088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59664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976208" y="3153392"/>
            <a:ext cx="13558833" cy="6001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Dar de alta a los usuarios de nuevo por los adnimistradores.</a:t>
            </a: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</a:t>
            </a: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