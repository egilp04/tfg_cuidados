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Montserrat Bold" charset="1" panose="00000800000000000000"/>
      <p:regular r:id="rId18"/>
    </p:embeddedFont>
    <p:embeddedFont>
      <p:font typeface="Montserrat" charset="1" panose="00000500000000000000"/>
      <p:regular r:id="rId19"/>
    </p:embeddedFont>
    <p:embeddedFont>
      <p:font typeface="Fraunces Bold" charset="1" panose="00000000000000000000"/>
      <p:regular r:id="rId20"/>
    </p:embeddedFont>
    <p:embeddedFont>
      <p:font typeface="Poppins" charset="1" panose="00000500000000000000"/>
      <p:regular r:id="rId21"/>
    </p:embeddedFont>
    <p:embeddedFont>
      <p:font typeface="Open Sans" charset="1" panose="020B0606030504020204"/>
      <p:regular r:id="rId22"/>
    </p:embeddedFont>
    <p:embeddedFont>
      <p:font typeface="Poppins Bold" charset="1" panose="00000800000000000000"/>
      <p:regular r:id="rId23"/>
    </p:embeddedFont>
    <p:embeddedFont>
      <p:font typeface="Fraunces" charset="1" panose="000000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Relationship Id="rId6" Target="../media/image2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png" Type="http://schemas.openxmlformats.org/officeDocument/2006/relationships/image"/><Relationship Id="rId4" Target="../media/image23.png" Type="http://schemas.openxmlformats.org/officeDocument/2006/relationships/image"/><Relationship Id="rId5" Target="../media/image24.png" Type="http://schemas.openxmlformats.org/officeDocument/2006/relationships/image"/><Relationship Id="rId6" Target="../media/image25.png" Type="http://schemas.openxmlformats.org/officeDocument/2006/relationships/image"/><Relationship Id="rId7" Target="../media/image26.png" Type="http://schemas.openxmlformats.org/officeDocument/2006/relationships/image"/><Relationship Id="rId8" Target="../media/image27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Relationship Id="rId3" Target="../media/image26.png" Type="http://schemas.openxmlformats.org/officeDocument/2006/relationships/image"/><Relationship Id="rId4" Target="../media/image27.svg" Type="http://schemas.openxmlformats.org/officeDocument/2006/relationships/image"/><Relationship Id="rId5" Target="../media/image29.png" Type="http://schemas.openxmlformats.org/officeDocument/2006/relationships/image"/><Relationship Id="rId6" Target="../media/image30.png" Type="http://schemas.openxmlformats.org/officeDocument/2006/relationships/image"/><Relationship Id="rId7" Target="../media/image31.png" Type="http://schemas.openxmlformats.org/officeDocument/2006/relationships/image"/><Relationship Id="rId8" Target="../media/image32.png" Type="http://schemas.openxmlformats.org/officeDocument/2006/relationships/image"/><Relationship Id="rId9" Target="../media/image3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2.png" Type="http://schemas.openxmlformats.org/officeDocument/2006/relationships/image"/><Relationship Id="rId2" Target="../media/image34.png" Type="http://schemas.openxmlformats.org/officeDocument/2006/relationships/image"/><Relationship Id="rId3" Target="../media/image35.png" Type="http://schemas.openxmlformats.org/officeDocument/2006/relationships/image"/><Relationship Id="rId4" Target="../media/image36.png" Type="http://schemas.openxmlformats.org/officeDocument/2006/relationships/image"/><Relationship Id="rId5" Target="../media/image37.png" Type="http://schemas.openxmlformats.org/officeDocument/2006/relationships/image"/><Relationship Id="rId6" Target="../media/image38.png" Type="http://schemas.openxmlformats.org/officeDocument/2006/relationships/image"/><Relationship Id="rId7" Target="../media/image39.png" Type="http://schemas.openxmlformats.org/officeDocument/2006/relationships/image"/><Relationship Id="rId8" Target="../media/image40.png" Type="http://schemas.openxmlformats.org/officeDocument/2006/relationships/image"/><Relationship Id="rId9" Target="../media/image4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Relationship Id="rId3" Target="../media/image44.png" Type="http://schemas.openxmlformats.org/officeDocument/2006/relationships/image"/><Relationship Id="rId4" Target="../media/image45.png" Type="http://schemas.openxmlformats.org/officeDocument/2006/relationships/image"/><Relationship Id="rId5" Target="../media/image4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7.png" Type="http://schemas.openxmlformats.org/officeDocument/2006/relationships/image"/><Relationship Id="rId3" Target="../media/image14.png" Type="http://schemas.openxmlformats.org/officeDocument/2006/relationships/image"/><Relationship Id="rId4" Target="../media/image48.png" Type="http://schemas.openxmlformats.org/officeDocument/2006/relationships/image"/><Relationship Id="rId5" Target="../media/image49.png" Type="http://schemas.openxmlformats.org/officeDocument/2006/relationships/image"/><Relationship Id="rId6" Target="../media/image50.png" Type="http://schemas.openxmlformats.org/officeDocument/2006/relationships/image"/><Relationship Id="rId7" Target="../media/image51.png" Type="http://schemas.openxmlformats.org/officeDocument/2006/relationships/image"/><Relationship Id="rId8" Target="../media/image5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264337" y="3655008"/>
            <a:ext cx="4475594" cy="5100938"/>
            <a:chOff x="0" y="0"/>
            <a:chExt cx="1178757" cy="134345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343457"/>
            </a:xfrm>
            <a:custGeom>
              <a:avLst/>
              <a:gdLst/>
              <a:ahLst/>
              <a:cxnLst/>
              <a:rect r="r" b="b" t="t" l="l"/>
              <a:pathLst>
                <a:path h="1343457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08861"/>
                  </a:lnTo>
                  <a:cubicBezTo>
                    <a:pt x="1178757" y="1327968"/>
                    <a:pt x="1163268" y="1343457"/>
                    <a:pt x="1144161" y="1343457"/>
                  </a:cubicBezTo>
                  <a:lnTo>
                    <a:pt x="34596" y="1343457"/>
                  </a:lnTo>
                  <a:cubicBezTo>
                    <a:pt x="25421" y="1343457"/>
                    <a:pt x="16621" y="1339812"/>
                    <a:pt x="10133" y="1333324"/>
                  </a:cubicBezTo>
                  <a:cubicBezTo>
                    <a:pt x="3645" y="1326836"/>
                    <a:pt x="0" y="1318036"/>
                    <a:pt x="0" y="1308861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3625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959084" y="2802626"/>
            <a:ext cx="3086100" cy="516103"/>
            <a:chOff x="0" y="0"/>
            <a:chExt cx="812800" cy="1359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600950" y="2803064"/>
            <a:ext cx="3086100" cy="516103"/>
            <a:chOff x="0" y="0"/>
            <a:chExt cx="812800" cy="1359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579096" y="2828329"/>
            <a:ext cx="3086100" cy="516103"/>
            <a:chOff x="0" y="0"/>
            <a:chExt cx="812800" cy="1359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3690980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405030" y="4186108"/>
            <a:ext cx="4194209" cy="3683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en el que se pueda realizar la contratación, por parte de los usuarios, de servicios ofrecidos por distintas empresas destinados al cuidado de personas mayores y/o personas que necesitan ayuda.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635867" y="4059812"/>
            <a:ext cx="3376170" cy="4579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 a los usuarios que los necesiten.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los posibles conflictos facilitando la vida de los usuarios.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7747710" y="4059812"/>
            <a:ext cx="3281419" cy="3936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Cada vez son más las personas que necesitan contratar distintos servicios. </a:t>
            </a: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El objetivo es que los usuarios con un solo click puedan escoger la empresa y el servicio que más se adapte a sus necesidades.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150622" y="3655008"/>
            <a:ext cx="4475594" cy="5151030"/>
            <a:chOff x="0" y="0"/>
            <a:chExt cx="1178757" cy="135665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78757" cy="1356650"/>
            </a:xfrm>
            <a:custGeom>
              <a:avLst/>
              <a:gdLst/>
              <a:ahLst/>
              <a:cxnLst/>
              <a:rect r="r" b="b" t="t" l="l"/>
              <a:pathLst>
                <a:path h="1356650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2054"/>
                  </a:lnTo>
                  <a:cubicBezTo>
                    <a:pt x="1178757" y="1341161"/>
                    <a:pt x="1163268" y="1356650"/>
                    <a:pt x="1144161" y="1356650"/>
                  </a:cubicBezTo>
                  <a:lnTo>
                    <a:pt x="34596" y="1356650"/>
                  </a:lnTo>
                  <a:cubicBezTo>
                    <a:pt x="25421" y="1356650"/>
                    <a:pt x="16621" y="1353005"/>
                    <a:pt x="10133" y="1346517"/>
                  </a:cubicBezTo>
                  <a:cubicBezTo>
                    <a:pt x="3645" y="1340029"/>
                    <a:pt x="0" y="1331229"/>
                    <a:pt x="0" y="1322054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1178757" cy="1404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2178667" y="3623212"/>
            <a:ext cx="4475594" cy="5164530"/>
            <a:chOff x="0" y="0"/>
            <a:chExt cx="1178757" cy="136020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178757" cy="1360205"/>
            </a:xfrm>
            <a:custGeom>
              <a:avLst/>
              <a:gdLst/>
              <a:ahLst/>
              <a:cxnLst/>
              <a:rect r="r" b="b" t="t" l="l"/>
              <a:pathLst>
                <a:path h="1360205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5609"/>
                  </a:lnTo>
                  <a:cubicBezTo>
                    <a:pt x="1178757" y="1344716"/>
                    <a:pt x="1163268" y="1360205"/>
                    <a:pt x="1144161" y="1360205"/>
                  </a:cubicBezTo>
                  <a:lnTo>
                    <a:pt x="34596" y="1360205"/>
                  </a:lnTo>
                  <a:cubicBezTo>
                    <a:pt x="25421" y="1360205"/>
                    <a:pt x="16621" y="1356561"/>
                    <a:pt x="10133" y="1350072"/>
                  </a:cubicBezTo>
                  <a:cubicBezTo>
                    <a:pt x="3645" y="1343584"/>
                    <a:pt x="0" y="1334785"/>
                    <a:pt x="0" y="1325609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1178757" cy="13792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6949071" y="9649686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USUARIOS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98128" y="4911527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3"/>
                </a:lnTo>
                <a:lnTo>
                  <a:pt x="0" y="33288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35887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25964" y="0"/>
                  </a:moveTo>
                  <a:lnTo>
                    <a:pt x="528666" y="0"/>
                  </a:lnTo>
                  <a:cubicBezTo>
                    <a:pt x="535552" y="0"/>
                    <a:pt x="542156" y="2736"/>
                    <a:pt x="547026" y="7605"/>
                  </a:cubicBezTo>
                  <a:cubicBezTo>
                    <a:pt x="551895" y="12474"/>
                    <a:pt x="554630" y="19078"/>
                    <a:pt x="554630" y="25964"/>
                  </a:cubicBezTo>
                  <a:lnTo>
                    <a:pt x="554630" y="162587"/>
                  </a:lnTo>
                  <a:cubicBezTo>
                    <a:pt x="554630" y="176926"/>
                    <a:pt x="543006" y="188551"/>
                    <a:pt x="528666" y="188551"/>
                  </a:cubicBezTo>
                  <a:lnTo>
                    <a:pt x="25964" y="188551"/>
                  </a:lnTo>
                  <a:cubicBezTo>
                    <a:pt x="11625" y="188551"/>
                    <a:pt x="0" y="176926"/>
                    <a:pt x="0" y="162587"/>
                  </a:cubicBezTo>
                  <a:lnTo>
                    <a:pt x="0" y="25964"/>
                  </a:lnTo>
                  <a:cubicBezTo>
                    <a:pt x="0" y="11625"/>
                    <a:pt x="11625" y="0"/>
                    <a:pt x="2596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406616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811142" y="5146355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086581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039794" y="951249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64528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210546" y="9594093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591018" y="2082056"/>
            <a:ext cx="11567554" cy="1713680"/>
            <a:chOff x="0" y="0"/>
            <a:chExt cx="1121219" cy="16610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1219" cy="166103"/>
            </a:xfrm>
            <a:custGeom>
              <a:avLst/>
              <a:gdLst/>
              <a:ahLst/>
              <a:cxnLst/>
              <a:rect r="r" b="b" t="t" l="l"/>
              <a:pathLst>
                <a:path h="166103" w="1121219">
                  <a:moveTo>
                    <a:pt x="918019" y="0"/>
                  </a:moveTo>
                  <a:lnTo>
                    <a:pt x="0" y="0"/>
                  </a:lnTo>
                  <a:lnTo>
                    <a:pt x="203200" y="166103"/>
                  </a:lnTo>
                  <a:lnTo>
                    <a:pt x="1121219" y="166103"/>
                  </a:lnTo>
                  <a:lnTo>
                    <a:pt x="918019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918019" cy="1851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453908" y="4640836"/>
            <a:ext cx="3873132" cy="4289649"/>
          </a:xfrm>
          <a:custGeom>
            <a:avLst/>
            <a:gdLst/>
            <a:ahLst/>
            <a:cxnLst/>
            <a:rect r="r" b="b" t="t" l="l"/>
            <a:pathLst>
              <a:path h="4289649" w="3873132">
                <a:moveTo>
                  <a:pt x="0" y="0"/>
                </a:moveTo>
                <a:lnTo>
                  <a:pt x="3873132" y="0"/>
                </a:lnTo>
                <a:lnTo>
                  <a:pt x="3873132" y="4289649"/>
                </a:lnTo>
                <a:lnTo>
                  <a:pt x="0" y="42896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143896" y="7700469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604811" y="143786"/>
            <a:ext cx="5874664" cy="9999428"/>
          </a:xfrm>
          <a:custGeom>
            <a:avLst/>
            <a:gdLst/>
            <a:ahLst/>
            <a:cxnLst/>
            <a:rect r="r" b="b" t="t" l="l"/>
            <a:pathLst>
              <a:path h="9999428" w="5874664">
                <a:moveTo>
                  <a:pt x="0" y="0"/>
                </a:moveTo>
                <a:lnTo>
                  <a:pt x="5874664" y="0"/>
                </a:lnTo>
                <a:lnTo>
                  <a:pt x="5874664" y="9999428"/>
                </a:lnTo>
                <a:lnTo>
                  <a:pt x="0" y="99994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885582" y="2502601"/>
            <a:ext cx="5252286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067232" y="9539934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067636" y="424928"/>
            <a:ext cx="19354610" cy="1777884"/>
            <a:chOff x="0" y="0"/>
            <a:chExt cx="1876002" cy="1723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72327"/>
            </a:xfrm>
            <a:custGeom>
              <a:avLst/>
              <a:gdLst/>
              <a:ahLst/>
              <a:cxnLst/>
              <a:rect r="r" b="b" t="t" l="l"/>
              <a:pathLst>
                <a:path h="172327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72327"/>
                  </a:lnTo>
                  <a:lnTo>
                    <a:pt x="1876002" y="172327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913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073354" y="2464086"/>
            <a:ext cx="3339204" cy="810936"/>
            <a:chOff x="0" y="0"/>
            <a:chExt cx="776400" cy="18855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76400" cy="188551"/>
            </a:xfrm>
            <a:custGeom>
              <a:avLst/>
              <a:gdLst/>
              <a:ahLst/>
              <a:cxnLst/>
              <a:rect r="r" b="b" t="t" l="l"/>
              <a:pathLst>
                <a:path h="188551" w="776400">
                  <a:moveTo>
                    <a:pt x="18548" y="0"/>
                  </a:moveTo>
                  <a:lnTo>
                    <a:pt x="757852" y="0"/>
                  </a:lnTo>
                  <a:cubicBezTo>
                    <a:pt x="762771" y="0"/>
                    <a:pt x="767489" y="1954"/>
                    <a:pt x="770967" y="5433"/>
                  </a:cubicBezTo>
                  <a:cubicBezTo>
                    <a:pt x="774445" y="8911"/>
                    <a:pt x="776400" y="13629"/>
                    <a:pt x="776400" y="18548"/>
                  </a:cubicBezTo>
                  <a:lnTo>
                    <a:pt x="776400" y="170003"/>
                  </a:lnTo>
                  <a:cubicBezTo>
                    <a:pt x="776400" y="174922"/>
                    <a:pt x="774445" y="179640"/>
                    <a:pt x="770967" y="183118"/>
                  </a:cubicBezTo>
                  <a:cubicBezTo>
                    <a:pt x="767489" y="186597"/>
                    <a:pt x="762771" y="188551"/>
                    <a:pt x="757852" y="188551"/>
                  </a:cubicBezTo>
                  <a:lnTo>
                    <a:pt x="18548" y="188551"/>
                  </a:lnTo>
                  <a:cubicBezTo>
                    <a:pt x="8304" y="188551"/>
                    <a:pt x="0" y="180247"/>
                    <a:pt x="0" y="170003"/>
                  </a:cubicBezTo>
                  <a:lnTo>
                    <a:pt x="0" y="18548"/>
                  </a:lnTo>
                  <a:cubicBezTo>
                    <a:pt x="0" y="13629"/>
                    <a:pt x="1954" y="8911"/>
                    <a:pt x="5433" y="5433"/>
                  </a:cubicBezTo>
                  <a:cubicBezTo>
                    <a:pt x="8911" y="1954"/>
                    <a:pt x="13629" y="0"/>
                    <a:pt x="18548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77640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COMUNES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490318" y="4972768"/>
            <a:ext cx="4174183" cy="2570303"/>
          </a:xfrm>
          <a:custGeom>
            <a:avLst/>
            <a:gdLst/>
            <a:ahLst/>
            <a:cxnLst/>
            <a:rect r="r" b="b" t="t" l="l"/>
            <a:pathLst>
              <a:path h="2570303" w="4174183">
                <a:moveTo>
                  <a:pt x="0" y="0"/>
                </a:moveTo>
                <a:lnTo>
                  <a:pt x="4174183" y="0"/>
                </a:lnTo>
                <a:lnTo>
                  <a:pt x="4174183" y="2570303"/>
                </a:lnTo>
                <a:lnTo>
                  <a:pt x="0" y="25703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522" t="-1051" r="0" b="-1051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073354" y="4855254"/>
            <a:ext cx="2916973" cy="2687817"/>
          </a:xfrm>
          <a:custGeom>
            <a:avLst/>
            <a:gdLst/>
            <a:ahLst/>
            <a:cxnLst/>
            <a:rect r="r" b="b" t="t" l="l"/>
            <a:pathLst>
              <a:path h="2687817" w="2916973">
                <a:moveTo>
                  <a:pt x="0" y="0"/>
                </a:moveTo>
                <a:lnTo>
                  <a:pt x="2916973" y="0"/>
                </a:lnTo>
                <a:lnTo>
                  <a:pt x="2916973" y="2687817"/>
                </a:lnTo>
                <a:lnTo>
                  <a:pt x="0" y="26878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1903538" y="4972768"/>
            <a:ext cx="5942466" cy="2369558"/>
          </a:xfrm>
          <a:custGeom>
            <a:avLst/>
            <a:gdLst/>
            <a:ahLst/>
            <a:cxnLst/>
            <a:rect r="r" b="b" t="t" l="l"/>
            <a:pathLst>
              <a:path h="2369558" w="5942466">
                <a:moveTo>
                  <a:pt x="0" y="0"/>
                </a:moveTo>
                <a:lnTo>
                  <a:pt x="5942466" y="0"/>
                </a:lnTo>
                <a:lnTo>
                  <a:pt x="5942466" y="2369558"/>
                </a:lnTo>
                <a:lnTo>
                  <a:pt x="0" y="23695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4874384" y="8066638"/>
            <a:ext cx="4397940" cy="1704202"/>
          </a:xfrm>
          <a:custGeom>
            <a:avLst/>
            <a:gdLst/>
            <a:ahLst/>
            <a:cxnLst/>
            <a:rect r="r" b="b" t="t" l="l"/>
            <a:pathLst>
              <a:path h="1704202" w="4397940">
                <a:moveTo>
                  <a:pt x="0" y="0"/>
                </a:moveTo>
                <a:lnTo>
                  <a:pt x="4397940" y="0"/>
                </a:lnTo>
                <a:lnTo>
                  <a:pt x="4397940" y="1704201"/>
                </a:lnTo>
                <a:lnTo>
                  <a:pt x="0" y="170420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3607473" y="7945205"/>
            <a:ext cx="4238531" cy="1825635"/>
          </a:xfrm>
          <a:custGeom>
            <a:avLst/>
            <a:gdLst/>
            <a:ahLst/>
            <a:cxnLst/>
            <a:rect r="r" b="b" t="t" l="l"/>
            <a:pathLst>
              <a:path h="1825635" w="4238531">
                <a:moveTo>
                  <a:pt x="0" y="0"/>
                </a:moveTo>
                <a:lnTo>
                  <a:pt x="4238531" y="0"/>
                </a:lnTo>
                <a:lnTo>
                  <a:pt x="4238531" y="1825634"/>
                </a:lnTo>
                <a:lnTo>
                  <a:pt x="0" y="18256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9961" t="0" r="-3386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490318" y="3848515"/>
            <a:ext cx="5272771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Registro/ baja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15129" y="904875"/>
            <a:ext cx="11770421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FUNCIONALIDADES DEL SITIO WEB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33517" y="3845510"/>
            <a:ext cx="3818878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Inicio de sesión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90318" y="8352953"/>
            <a:ext cx="3972983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Envío y recepción de mensajes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834343" y="8352953"/>
            <a:ext cx="3211112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Recepción de notificaciones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198211" y="3882805"/>
            <a:ext cx="4061089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Modificar perfil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7259300" y="9723214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816944" y="424928"/>
            <a:ext cx="4390686" cy="810936"/>
            <a:chOff x="0" y="0"/>
            <a:chExt cx="1020880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20880" cy="188551"/>
            </a:xfrm>
            <a:custGeom>
              <a:avLst/>
              <a:gdLst/>
              <a:ahLst/>
              <a:cxnLst/>
              <a:rect r="r" b="b" t="t" l="l"/>
              <a:pathLst>
                <a:path h="188551" w="1020880">
                  <a:moveTo>
                    <a:pt x="14106" y="0"/>
                  </a:moveTo>
                  <a:lnTo>
                    <a:pt x="1006774" y="0"/>
                  </a:lnTo>
                  <a:cubicBezTo>
                    <a:pt x="1014565" y="0"/>
                    <a:pt x="1020880" y="6316"/>
                    <a:pt x="1020880" y="14106"/>
                  </a:cubicBezTo>
                  <a:lnTo>
                    <a:pt x="1020880" y="174445"/>
                  </a:lnTo>
                  <a:cubicBezTo>
                    <a:pt x="1020880" y="178186"/>
                    <a:pt x="1019394" y="181774"/>
                    <a:pt x="1016749" y="184419"/>
                  </a:cubicBezTo>
                  <a:cubicBezTo>
                    <a:pt x="1014103" y="187065"/>
                    <a:pt x="1010515" y="188551"/>
                    <a:pt x="1006774" y="188551"/>
                  </a:cubicBezTo>
                  <a:lnTo>
                    <a:pt x="14106" y="188551"/>
                  </a:lnTo>
                  <a:cubicBezTo>
                    <a:pt x="6316" y="188551"/>
                    <a:pt x="0" y="182236"/>
                    <a:pt x="0" y="174445"/>
                  </a:cubicBezTo>
                  <a:lnTo>
                    <a:pt x="0" y="14106"/>
                  </a:lnTo>
                  <a:cubicBezTo>
                    <a:pt x="0" y="10365"/>
                    <a:pt x="1486" y="6777"/>
                    <a:pt x="4132" y="4132"/>
                  </a:cubicBezTo>
                  <a:cubicBezTo>
                    <a:pt x="6777" y="1486"/>
                    <a:pt x="10365" y="0"/>
                    <a:pt x="1410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02088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USUARIOS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167023" y="3297088"/>
            <a:ext cx="4409273" cy="2177419"/>
          </a:xfrm>
          <a:custGeom>
            <a:avLst/>
            <a:gdLst/>
            <a:ahLst/>
            <a:cxnLst/>
            <a:rect r="r" b="b" t="t" l="l"/>
            <a:pathLst>
              <a:path h="2177419" w="4409273">
                <a:moveTo>
                  <a:pt x="0" y="0"/>
                </a:moveTo>
                <a:lnTo>
                  <a:pt x="4409273" y="0"/>
                </a:lnTo>
                <a:lnTo>
                  <a:pt x="4409273" y="2177419"/>
                </a:lnTo>
                <a:lnTo>
                  <a:pt x="0" y="21774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862539" y="3297088"/>
            <a:ext cx="3227497" cy="3241409"/>
          </a:xfrm>
          <a:custGeom>
            <a:avLst/>
            <a:gdLst/>
            <a:ahLst/>
            <a:cxnLst/>
            <a:rect r="r" b="b" t="t" l="l"/>
            <a:pathLst>
              <a:path h="3241409" w="3227497">
                <a:moveTo>
                  <a:pt x="0" y="0"/>
                </a:moveTo>
                <a:lnTo>
                  <a:pt x="3227497" y="0"/>
                </a:lnTo>
                <a:lnTo>
                  <a:pt x="3227497" y="3241409"/>
                </a:lnTo>
                <a:lnTo>
                  <a:pt x="0" y="32414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086653" y="7904834"/>
            <a:ext cx="5527551" cy="1015874"/>
          </a:xfrm>
          <a:custGeom>
            <a:avLst/>
            <a:gdLst/>
            <a:ahLst/>
            <a:cxnLst/>
            <a:rect r="r" b="b" t="t" l="l"/>
            <a:pathLst>
              <a:path h="1015874" w="5527551">
                <a:moveTo>
                  <a:pt x="0" y="0"/>
                </a:moveTo>
                <a:lnTo>
                  <a:pt x="5527552" y="0"/>
                </a:lnTo>
                <a:lnTo>
                  <a:pt x="5527552" y="1015874"/>
                </a:lnTo>
                <a:lnTo>
                  <a:pt x="0" y="10158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34502" y="7604344"/>
            <a:ext cx="4982442" cy="2041677"/>
          </a:xfrm>
          <a:custGeom>
            <a:avLst/>
            <a:gdLst/>
            <a:ahLst/>
            <a:cxnLst/>
            <a:rect r="r" b="b" t="t" l="l"/>
            <a:pathLst>
              <a:path h="2041677" w="4982442">
                <a:moveTo>
                  <a:pt x="0" y="0"/>
                </a:moveTo>
                <a:lnTo>
                  <a:pt x="4982442" y="0"/>
                </a:lnTo>
                <a:lnTo>
                  <a:pt x="4982442" y="2041678"/>
                </a:lnTo>
                <a:lnTo>
                  <a:pt x="0" y="204167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480437" y="4745450"/>
            <a:ext cx="4749187" cy="3587663"/>
          </a:xfrm>
          <a:custGeom>
            <a:avLst/>
            <a:gdLst/>
            <a:ahLst/>
            <a:cxnLst/>
            <a:rect r="r" b="b" t="t" l="l"/>
            <a:pathLst>
              <a:path h="3587663" w="4749187">
                <a:moveTo>
                  <a:pt x="0" y="0"/>
                </a:moveTo>
                <a:lnTo>
                  <a:pt x="4749187" y="0"/>
                </a:lnTo>
                <a:lnTo>
                  <a:pt x="4749187" y="3587664"/>
                </a:lnTo>
                <a:lnTo>
                  <a:pt x="0" y="358766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53321" t="-38527" r="-54770" b="-1642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592932">
            <a:off x="5798442" y="4858017"/>
            <a:ext cx="1363990" cy="603745"/>
            <a:chOff x="0" y="0"/>
            <a:chExt cx="1436961" cy="6360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436961" cy="636044"/>
            </a:xfrm>
            <a:custGeom>
              <a:avLst/>
              <a:gdLst/>
              <a:ahLst/>
              <a:cxnLst/>
              <a:rect r="r" b="b" t="t" l="l"/>
              <a:pathLst>
                <a:path h="636044" w="1436961">
                  <a:moveTo>
                    <a:pt x="1436961" y="318022"/>
                  </a:moveTo>
                  <a:lnTo>
                    <a:pt x="1030561" y="0"/>
                  </a:lnTo>
                  <a:lnTo>
                    <a:pt x="1030561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1030561" y="432844"/>
                  </a:lnTo>
                  <a:lnTo>
                    <a:pt x="1030561" y="636044"/>
                  </a:lnTo>
                  <a:lnTo>
                    <a:pt x="1436961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184150"/>
              <a:ext cx="1335361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1994925" y="6916138"/>
            <a:ext cx="5576700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Ver/Cancelar contratos</a:t>
            </a:r>
          </a:p>
        </p:txBody>
      </p:sp>
      <p:grpSp>
        <p:nvGrpSpPr>
          <p:cNvPr name="Group 17" id="17"/>
          <p:cNvGrpSpPr/>
          <p:nvPr/>
        </p:nvGrpSpPr>
        <p:grpSpPr>
          <a:xfrm rot="9364500">
            <a:off x="10901734" y="4826268"/>
            <a:ext cx="1888338" cy="603745"/>
            <a:chOff x="0" y="0"/>
            <a:chExt cx="1989360" cy="63604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89360" cy="636044"/>
            </a:xfrm>
            <a:custGeom>
              <a:avLst/>
              <a:gdLst/>
              <a:ahLst/>
              <a:cxnLst/>
              <a:rect r="r" b="b" t="t" l="l"/>
              <a:pathLst>
                <a:path h="636044" w="1989360">
                  <a:moveTo>
                    <a:pt x="1989360" y="318022"/>
                  </a:moveTo>
                  <a:lnTo>
                    <a:pt x="1582960" y="0"/>
                  </a:lnTo>
                  <a:lnTo>
                    <a:pt x="1582960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1582960" y="432844"/>
                  </a:lnTo>
                  <a:lnTo>
                    <a:pt x="1582960" y="636044"/>
                  </a:lnTo>
                  <a:lnTo>
                    <a:pt x="1989360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84150"/>
              <a:ext cx="1887760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-9089117">
            <a:off x="9787736" y="6988147"/>
            <a:ext cx="2636405" cy="603745"/>
            <a:chOff x="0" y="0"/>
            <a:chExt cx="2777447" cy="6360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777447" cy="636044"/>
            </a:xfrm>
            <a:custGeom>
              <a:avLst/>
              <a:gdLst/>
              <a:ahLst/>
              <a:cxnLst/>
              <a:rect r="r" b="b" t="t" l="l"/>
              <a:pathLst>
                <a:path h="636044" w="2777447">
                  <a:moveTo>
                    <a:pt x="2777447" y="318022"/>
                  </a:moveTo>
                  <a:lnTo>
                    <a:pt x="2371047" y="0"/>
                  </a:lnTo>
                  <a:lnTo>
                    <a:pt x="2371047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2371047" y="432844"/>
                  </a:lnTo>
                  <a:lnTo>
                    <a:pt x="2371047" y="636044"/>
                  </a:lnTo>
                  <a:lnTo>
                    <a:pt x="2777447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184150"/>
              <a:ext cx="2675847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-1816560">
            <a:off x="5511320" y="7854622"/>
            <a:ext cx="1571809" cy="603745"/>
            <a:chOff x="0" y="0"/>
            <a:chExt cx="1655897" cy="63604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55897" cy="636044"/>
            </a:xfrm>
            <a:custGeom>
              <a:avLst/>
              <a:gdLst/>
              <a:ahLst/>
              <a:cxnLst/>
              <a:rect r="r" b="b" t="t" l="l"/>
              <a:pathLst>
                <a:path h="636044" w="1655897">
                  <a:moveTo>
                    <a:pt x="1655897" y="318022"/>
                  </a:moveTo>
                  <a:lnTo>
                    <a:pt x="1249497" y="0"/>
                  </a:lnTo>
                  <a:lnTo>
                    <a:pt x="1249497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1249497" y="432844"/>
                  </a:lnTo>
                  <a:lnTo>
                    <a:pt x="1249497" y="636044"/>
                  </a:lnTo>
                  <a:lnTo>
                    <a:pt x="1655897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184150"/>
              <a:ext cx="1554297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4476288" y="5474507"/>
            <a:ext cx="1317703" cy="1023017"/>
          </a:xfrm>
          <a:custGeom>
            <a:avLst/>
            <a:gdLst/>
            <a:ahLst/>
            <a:cxnLst/>
            <a:rect r="r" b="b" t="t" l="l"/>
            <a:pathLst>
              <a:path h="1023017" w="1317703">
                <a:moveTo>
                  <a:pt x="0" y="0"/>
                </a:moveTo>
                <a:lnTo>
                  <a:pt x="1317703" y="0"/>
                </a:lnTo>
                <a:lnTo>
                  <a:pt x="1317703" y="1023017"/>
                </a:lnTo>
                <a:lnTo>
                  <a:pt x="0" y="102301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700490" y="1717843"/>
            <a:ext cx="5919957" cy="1579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Búsqueda de servicios por servicios o empresas</a:t>
            </a:r>
          </a:p>
          <a:p>
            <a:pPr algn="l">
              <a:lnSpc>
                <a:spcPts val="4139"/>
              </a:lnSpc>
            </a:pPr>
          </a:p>
        </p:txBody>
      </p:sp>
      <p:sp>
        <p:nvSpPr>
          <p:cNvPr name="TextBox 28" id="28"/>
          <p:cNvSpPr txBox="true"/>
          <p:nvPr/>
        </p:nvSpPr>
        <p:spPr>
          <a:xfrm rot="0">
            <a:off x="354850" y="5710774"/>
            <a:ext cx="5941747" cy="1579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Ver su calendario mensual con los servicios contratados.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80951" y="1946944"/>
            <a:ext cx="6190674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Contratación de servicios de distintas empresas.</a:t>
            </a:r>
          </a:p>
        </p:txBody>
      </p:sp>
      <p:sp>
        <p:nvSpPr>
          <p:cNvPr name="Freeform 30" id="30"/>
          <p:cNvSpPr/>
          <p:nvPr/>
        </p:nvSpPr>
        <p:spPr>
          <a:xfrm flipH="false" flipV="false" rot="0">
            <a:off x="16250940" y="8112517"/>
            <a:ext cx="1320685" cy="1025332"/>
          </a:xfrm>
          <a:custGeom>
            <a:avLst/>
            <a:gdLst/>
            <a:ahLst/>
            <a:cxnLst/>
            <a:rect r="r" b="b" t="t" l="l"/>
            <a:pathLst>
              <a:path h="1025332" w="1320685">
                <a:moveTo>
                  <a:pt x="0" y="0"/>
                </a:moveTo>
                <a:lnTo>
                  <a:pt x="1320685" y="0"/>
                </a:lnTo>
                <a:lnTo>
                  <a:pt x="1320685" y="1025332"/>
                </a:lnTo>
                <a:lnTo>
                  <a:pt x="0" y="10253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17111315" y="9598397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501590" y="574858"/>
            <a:ext cx="3342197" cy="812434"/>
            <a:chOff x="0" y="0"/>
            <a:chExt cx="856708" cy="20825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56708" cy="208252"/>
            </a:xfrm>
            <a:custGeom>
              <a:avLst/>
              <a:gdLst/>
              <a:ahLst/>
              <a:cxnLst/>
              <a:rect r="r" b="b" t="t" l="l"/>
              <a:pathLst>
                <a:path h="208252" w="856708">
                  <a:moveTo>
                    <a:pt x="18531" y="0"/>
                  </a:moveTo>
                  <a:lnTo>
                    <a:pt x="838176" y="0"/>
                  </a:lnTo>
                  <a:cubicBezTo>
                    <a:pt x="843091" y="0"/>
                    <a:pt x="847805" y="1952"/>
                    <a:pt x="851280" y="5428"/>
                  </a:cubicBezTo>
                  <a:cubicBezTo>
                    <a:pt x="854755" y="8903"/>
                    <a:pt x="856708" y="13617"/>
                    <a:pt x="856708" y="18531"/>
                  </a:cubicBezTo>
                  <a:lnTo>
                    <a:pt x="856708" y="189720"/>
                  </a:lnTo>
                  <a:cubicBezTo>
                    <a:pt x="856708" y="194635"/>
                    <a:pt x="854755" y="199349"/>
                    <a:pt x="851280" y="202824"/>
                  </a:cubicBezTo>
                  <a:cubicBezTo>
                    <a:pt x="847805" y="206299"/>
                    <a:pt x="843091" y="208252"/>
                    <a:pt x="838176" y="208252"/>
                  </a:cubicBezTo>
                  <a:lnTo>
                    <a:pt x="18531" y="208252"/>
                  </a:lnTo>
                  <a:cubicBezTo>
                    <a:pt x="13617" y="208252"/>
                    <a:pt x="8903" y="206299"/>
                    <a:pt x="5428" y="202824"/>
                  </a:cubicBezTo>
                  <a:cubicBezTo>
                    <a:pt x="1952" y="199349"/>
                    <a:pt x="0" y="194635"/>
                    <a:pt x="0" y="189720"/>
                  </a:cubicBezTo>
                  <a:lnTo>
                    <a:pt x="0" y="18531"/>
                  </a:lnTo>
                  <a:cubicBezTo>
                    <a:pt x="0" y="13617"/>
                    <a:pt x="1952" y="8903"/>
                    <a:pt x="5428" y="5428"/>
                  </a:cubicBezTo>
                  <a:cubicBezTo>
                    <a:pt x="8903" y="1952"/>
                    <a:pt x="13617" y="0"/>
                    <a:pt x="18531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856708" cy="284452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291569" y="3111729"/>
            <a:ext cx="6427029" cy="1806342"/>
          </a:xfrm>
          <a:custGeom>
            <a:avLst/>
            <a:gdLst/>
            <a:ahLst/>
            <a:cxnLst/>
            <a:rect r="r" b="b" t="t" l="l"/>
            <a:pathLst>
              <a:path h="1806342" w="6427029">
                <a:moveTo>
                  <a:pt x="0" y="0"/>
                </a:moveTo>
                <a:lnTo>
                  <a:pt x="6427029" y="0"/>
                </a:lnTo>
                <a:lnTo>
                  <a:pt x="6427029" y="1806342"/>
                </a:lnTo>
                <a:lnTo>
                  <a:pt x="0" y="1806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892066" y="3549875"/>
            <a:ext cx="1197956" cy="930050"/>
          </a:xfrm>
          <a:custGeom>
            <a:avLst/>
            <a:gdLst/>
            <a:ahLst/>
            <a:cxnLst/>
            <a:rect r="r" b="b" t="t" l="l"/>
            <a:pathLst>
              <a:path h="930050" w="1197956">
                <a:moveTo>
                  <a:pt x="0" y="0"/>
                </a:moveTo>
                <a:lnTo>
                  <a:pt x="1197956" y="0"/>
                </a:lnTo>
                <a:lnTo>
                  <a:pt x="1197956" y="930050"/>
                </a:lnTo>
                <a:lnTo>
                  <a:pt x="0" y="9300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7616727" y="4961881"/>
            <a:ext cx="4454119" cy="3305739"/>
          </a:xfrm>
          <a:custGeom>
            <a:avLst/>
            <a:gdLst/>
            <a:ahLst/>
            <a:cxnLst/>
            <a:rect r="r" b="b" t="t" l="l"/>
            <a:pathLst>
              <a:path h="3305739" w="4454119">
                <a:moveTo>
                  <a:pt x="0" y="0"/>
                </a:moveTo>
                <a:lnTo>
                  <a:pt x="4454119" y="0"/>
                </a:lnTo>
                <a:lnTo>
                  <a:pt x="4454119" y="3305738"/>
                </a:lnTo>
                <a:lnTo>
                  <a:pt x="0" y="33057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6734" t="-39609" r="-56404" b="-21929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91569" y="5565771"/>
            <a:ext cx="6427029" cy="96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5"/>
              </a:lnSpc>
            </a:pPr>
            <a:r>
              <a:rPr lang="en-US" sz="2721" spc="26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Ver su calendario mensual con los servicios contratados</a:t>
            </a:r>
          </a:p>
        </p:txBody>
      </p:sp>
      <p:grpSp>
        <p:nvGrpSpPr>
          <p:cNvPr name="Group 12" id="12"/>
          <p:cNvGrpSpPr/>
          <p:nvPr/>
        </p:nvGrpSpPr>
        <p:grpSpPr>
          <a:xfrm rot="2256659">
            <a:off x="6094137" y="5253956"/>
            <a:ext cx="2239260" cy="776029"/>
            <a:chOff x="0" y="0"/>
            <a:chExt cx="1835330" cy="63604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35330" cy="636044"/>
            </a:xfrm>
            <a:custGeom>
              <a:avLst/>
              <a:gdLst/>
              <a:ahLst/>
              <a:cxnLst/>
              <a:rect r="r" b="b" t="t" l="l"/>
              <a:pathLst>
                <a:path h="636044" w="1835330">
                  <a:moveTo>
                    <a:pt x="1835330" y="318022"/>
                  </a:moveTo>
                  <a:lnTo>
                    <a:pt x="1428930" y="0"/>
                  </a:lnTo>
                  <a:lnTo>
                    <a:pt x="1428930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1428930" y="432844"/>
                  </a:lnTo>
                  <a:lnTo>
                    <a:pt x="1428930" y="636044"/>
                  </a:lnTo>
                  <a:lnTo>
                    <a:pt x="1835330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184150"/>
              <a:ext cx="1733730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-1717467">
            <a:off x="6556605" y="7881515"/>
            <a:ext cx="1534532" cy="731955"/>
            <a:chOff x="0" y="0"/>
            <a:chExt cx="1257725" cy="59992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57725" cy="599921"/>
            </a:xfrm>
            <a:custGeom>
              <a:avLst/>
              <a:gdLst/>
              <a:ahLst/>
              <a:cxnLst/>
              <a:rect r="r" b="b" t="t" l="l"/>
              <a:pathLst>
                <a:path h="599921" w="1257725">
                  <a:moveTo>
                    <a:pt x="1257725" y="299961"/>
                  </a:moveTo>
                  <a:lnTo>
                    <a:pt x="851325" y="0"/>
                  </a:lnTo>
                  <a:lnTo>
                    <a:pt x="851325" y="203200"/>
                  </a:lnTo>
                  <a:lnTo>
                    <a:pt x="0" y="203200"/>
                  </a:lnTo>
                  <a:lnTo>
                    <a:pt x="0" y="396721"/>
                  </a:lnTo>
                  <a:lnTo>
                    <a:pt x="851325" y="396721"/>
                  </a:lnTo>
                  <a:lnTo>
                    <a:pt x="851325" y="599921"/>
                  </a:lnTo>
                  <a:lnTo>
                    <a:pt x="1257725" y="29996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184150"/>
              <a:ext cx="1156125" cy="2125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2966196" y="3827615"/>
            <a:ext cx="4396883" cy="830211"/>
          </a:xfrm>
          <a:custGeom>
            <a:avLst/>
            <a:gdLst/>
            <a:ahLst/>
            <a:cxnLst/>
            <a:rect r="r" b="b" t="t" l="l"/>
            <a:pathLst>
              <a:path h="830211" w="4396883">
                <a:moveTo>
                  <a:pt x="0" y="0"/>
                </a:moveTo>
                <a:lnTo>
                  <a:pt x="4396882" y="0"/>
                </a:lnTo>
                <a:lnTo>
                  <a:pt x="4396882" y="830211"/>
                </a:lnTo>
                <a:lnTo>
                  <a:pt x="0" y="8302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9502" r="0" b="-9502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8409805">
            <a:off x="11456999" y="4573867"/>
            <a:ext cx="2026333" cy="776029"/>
            <a:chOff x="0" y="0"/>
            <a:chExt cx="1660812" cy="63604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660812" cy="636044"/>
            </a:xfrm>
            <a:custGeom>
              <a:avLst/>
              <a:gdLst/>
              <a:ahLst/>
              <a:cxnLst/>
              <a:rect r="r" b="b" t="t" l="l"/>
              <a:pathLst>
                <a:path h="636044" w="1660812">
                  <a:moveTo>
                    <a:pt x="1660812" y="318022"/>
                  </a:moveTo>
                  <a:lnTo>
                    <a:pt x="1254412" y="0"/>
                  </a:lnTo>
                  <a:lnTo>
                    <a:pt x="1254412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1254412" y="432844"/>
                  </a:lnTo>
                  <a:lnTo>
                    <a:pt x="1254412" y="636044"/>
                  </a:lnTo>
                  <a:lnTo>
                    <a:pt x="1660812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184150"/>
              <a:ext cx="1559212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3630169" y="5304664"/>
            <a:ext cx="3222391" cy="1208396"/>
          </a:xfrm>
          <a:custGeom>
            <a:avLst/>
            <a:gdLst/>
            <a:ahLst/>
            <a:cxnLst/>
            <a:rect r="r" b="b" t="t" l="l"/>
            <a:pathLst>
              <a:path h="1208396" w="3222391">
                <a:moveTo>
                  <a:pt x="0" y="0"/>
                </a:moveTo>
                <a:lnTo>
                  <a:pt x="3222390" y="0"/>
                </a:lnTo>
                <a:lnTo>
                  <a:pt x="3222390" y="1208396"/>
                </a:lnTo>
                <a:lnTo>
                  <a:pt x="0" y="1208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3240971" y="7362160"/>
            <a:ext cx="4073361" cy="1028227"/>
          </a:xfrm>
          <a:custGeom>
            <a:avLst/>
            <a:gdLst/>
            <a:ahLst/>
            <a:cxnLst/>
            <a:rect r="r" b="b" t="t" l="l"/>
            <a:pathLst>
              <a:path h="1028227" w="4073361">
                <a:moveTo>
                  <a:pt x="0" y="0"/>
                </a:moveTo>
                <a:lnTo>
                  <a:pt x="4073360" y="0"/>
                </a:lnTo>
                <a:lnTo>
                  <a:pt x="4073360" y="1028227"/>
                </a:lnTo>
                <a:lnTo>
                  <a:pt x="0" y="10282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291569" y="7131761"/>
            <a:ext cx="6267883" cy="2405300"/>
          </a:xfrm>
          <a:custGeom>
            <a:avLst/>
            <a:gdLst/>
            <a:ahLst/>
            <a:cxnLst/>
            <a:rect r="r" b="b" t="t" l="l"/>
            <a:pathLst>
              <a:path h="2405300" w="6267883">
                <a:moveTo>
                  <a:pt x="0" y="0"/>
                </a:moveTo>
                <a:lnTo>
                  <a:pt x="6267883" y="0"/>
                </a:lnTo>
                <a:lnTo>
                  <a:pt x="6267883" y="2405300"/>
                </a:lnTo>
                <a:lnTo>
                  <a:pt x="0" y="24053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2765288" y="2056359"/>
            <a:ext cx="5262271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Añadir, modificar y cancelar ofertas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28700" y="2339451"/>
            <a:ext cx="5446353" cy="489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5"/>
              </a:lnSpc>
            </a:pPr>
            <a:r>
              <a:rPr lang="en-US" sz="2721" spc="26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Ver/ Cancelar contratos</a:t>
            </a:r>
          </a:p>
        </p:txBody>
      </p:sp>
      <p:grpSp>
        <p:nvGrpSpPr>
          <p:cNvPr name="Group 27" id="27"/>
          <p:cNvGrpSpPr/>
          <p:nvPr/>
        </p:nvGrpSpPr>
        <p:grpSpPr>
          <a:xfrm rot="5400000">
            <a:off x="14690486" y="4518281"/>
            <a:ext cx="1174330" cy="666276"/>
            <a:chOff x="0" y="0"/>
            <a:chExt cx="962498" cy="54608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62498" cy="546089"/>
            </a:xfrm>
            <a:custGeom>
              <a:avLst/>
              <a:gdLst/>
              <a:ahLst/>
              <a:cxnLst/>
              <a:rect r="r" b="b" t="t" l="l"/>
              <a:pathLst>
                <a:path h="546089" w="962498">
                  <a:moveTo>
                    <a:pt x="962498" y="273045"/>
                  </a:moveTo>
                  <a:lnTo>
                    <a:pt x="556098" y="0"/>
                  </a:lnTo>
                  <a:lnTo>
                    <a:pt x="556098" y="203200"/>
                  </a:lnTo>
                  <a:lnTo>
                    <a:pt x="0" y="203200"/>
                  </a:lnTo>
                  <a:lnTo>
                    <a:pt x="0" y="342889"/>
                  </a:lnTo>
                  <a:lnTo>
                    <a:pt x="556098" y="342889"/>
                  </a:lnTo>
                  <a:lnTo>
                    <a:pt x="556098" y="546089"/>
                  </a:lnTo>
                  <a:lnTo>
                    <a:pt x="962498" y="273045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184150"/>
              <a:ext cx="860898" cy="1587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5400000">
            <a:off x="15674505" y="5752922"/>
            <a:ext cx="2710871" cy="666276"/>
            <a:chOff x="0" y="0"/>
            <a:chExt cx="2221869" cy="54608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21869" cy="546089"/>
            </a:xfrm>
            <a:custGeom>
              <a:avLst/>
              <a:gdLst/>
              <a:ahLst/>
              <a:cxnLst/>
              <a:rect r="r" b="b" t="t" l="l"/>
              <a:pathLst>
                <a:path h="546089" w="2221869">
                  <a:moveTo>
                    <a:pt x="2221869" y="273045"/>
                  </a:moveTo>
                  <a:lnTo>
                    <a:pt x="1815469" y="0"/>
                  </a:lnTo>
                  <a:lnTo>
                    <a:pt x="1815469" y="203200"/>
                  </a:lnTo>
                  <a:lnTo>
                    <a:pt x="0" y="203200"/>
                  </a:lnTo>
                  <a:lnTo>
                    <a:pt x="0" y="342889"/>
                  </a:lnTo>
                  <a:lnTo>
                    <a:pt x="1815469" y="342889"/>
                  </a:lnTo>
                  <a:lnTo>
                    <a:pt x="1815469" y="546089"/>
                  </a:lnTo>
                  <a:lnTo>
                    <a:pt x="2221869" y="273045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184150"/>
              <a:ext cx="2120269" cy="1587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7021779" y="9495287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597208" y="317296"/>
            <a:ext cx="3910547" cy="923910"/>
            <a:chOff x="0" y="0"/>
            <a:chExt cx="909243" cy="2148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09243" cy="214819"/>
            </a:xfrm>
            <a:custGeom>
              <a:avLst/>
              <a:gdLst/>
              <a:ahLst/>
              <a:cxnLst/>
              <a:rect r="r" b="b" t="t" l="l"/>
              <a:pathLst>
                <a:path h="214819" w="909243">
                  <a:moveTo>
                    <a:pt x="15838" y="0"/>
                  </a:moveTo>
                  <a:lnTo>
                    <a:pt x="893405" y="0"/>
                  </a:lnTo>
                  <a:cubicBezTo>
                    <a:pt x="897605" y="0"/>
                    <a:pt x="901634" y="1669"/>
                    <a:pt x="904604" y="4639"/>
                  </a:cubicBezTo>
                  <a:cubicBezTo>
                    <a:pt x="907574" y="7609"/>
                    <a:pt x="909243" y="11638"/>
                    <a:pt x="909243" y="15838"/>
                  </a:cubicBezTo>
                  <a:lnTo>
                    <a:pt x="909243" y="198981"/>
                  </a:lnTo>
                  <a:cubicBezTo>
                    <a:pt x="909243" y="203181"/>
                    <a:pt x="907574" y="207210"/>
                    <a:pt x="904604" y="210180"/>
                  </a:cubicBezTo>
                  <a:cubicBezTo>
                    <a:pt x="901634" y="213150"/>
                    <a:pt x="897605" y="214819"/>
                    <a:pt x="893405" y="214819"/>
                  </a:cubicBezTo>
                  <a:lnTo>
                    <a:pt x="15838" y="214819"/>
                  </a:lnTo>
                  <a:cubicBezTo>
                    <a:pt x="11638" y="214819"/>
                    <a:pt x="7609" y="213150"/>
                    <a:pt x="4639" y="210180"/>
                  </a:cubicBezTo>
                  <a:cubicBezTo>
                    <a:pt x="1669" y="207210"/>
                    <a:pt x="0" y="203181"/>
                    <a:pt x="0" y="198981"/>
                  </a:cubicBezTo>
                  <a:lnTo>
                    <a:pt x="0" y="15838"/>
                  </a:lnTo>
                  <a:cubicBezTo>
                    <a:pt x="0" y="11638"/>
                    <a:pt x="1669" y="7609"/>
                    <a:pt x="4639" y="4639"/>
                  </a:cubicBezTo>
                  <a:cubicBezTo>
                    <a:pt x="7609" y="1669"/>
                    <a:pt x="11638" y="0"/>
                    <a:pt x="15838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909243" cy="291019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11392" y="2031781"/>
            <a:ext cx="6424680" cy="1574047"/>
          </a:xfrm>
          <a:custGeom>
            <a:avLst/>
            <a:gdLst/>
            <a:ahLst/>
            <a:cxnLst/>
            <a:rect r="r" b="b" t="t" l="l"/>
            <a:pathLst>
              <a:path h="1574047" w="6424680">
                <a:moveTo>
                  <a:pt x="0" y="0"/>
                </a:moveTo>
                <a:lnTo>
                  <a:pt x="6424679" y="0"/>
                </a:lnTo>
                <a:lnTo>
                  <a:pt x="6424679" y="1574046"/>
                </a:lnTo>
                <a:lnTo>
                  <a:pt x="0" y="15740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37734" y="4799819"/>
            <a:ext cx="6647820" cy="1670265"/>
          </a:xfrm>
          <a:custGeom>
            <a:avLst/>
            <a:gdLst/>
            <a:ahLst/>
            <a:cxnLst/>
            <a:rect r="r" b="b" t="t" l="l"/>
            <a:pathLst>
              <a:path h="1670265" w="6647820">
                <a:moveTo>
                  <a:pt x="0" y="0"/>
                </a:moveTo>
                <a:lnTo>
                  <a:pt x="6647820" y="0"/>
                </a:lnTo>
                <a:lnTo>
                  <a:pt x="6647820" y="1670264"/>
                </a:lnTo>
                <a:lnTo>
                  <a:pt x="0" y="16702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503735" y="1928634"/>
            <a:ext cx="5388887" cy="1973680"/>
          </a:xfrm>
          <a:custGeom>
            <a:avLst/>
            <a:gdLst/>
            <a:ahLst/>
            <a:cxnLst/>
            <a:rect r="r" b="b" t="t" l="l"/>
            <a:pathLst>
              <a:path h="1973680" w="5388887">
                <a:moveTo>
                  <a:pt x="0" y="0"/>
                </a:moveTo>
                <a:lnTo>
                  <a:pt x="5388887" y="0"/>
                </a:lnTo>
                <a:lnTo>
                  <a:pt x="5388887" y="1973680"/>
                </a:lnTo>
                <a:lnTo>
                  <a:pt x="0" y="19736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52825" y="7420679"/>
            <a:ext cx="6017638" cy="2585133"/>
          </a:xfrm>
          <a:custGeom>
            <a:avLst/>
            <a:gdLst/>
            <a:ahLst/>
            <a:cxnLst/>
            <a:rect r="r" b="b" t="t" l="l"/>
            <a:pathLst>
              <a:path h="2585133" w="6017638">
                <a:moveTo>
                  <a:pt x="0" y="0"/>
                </a:moveTo>
                <a:lnTo>
                  <a:pt x="6017638" y="0"/>
                </a:lnTo>
                <a:lnTo>
                  <a:pt x="6017638" y="2585133"/>
                </a:lnTo>
                <a:lnTo>
                  <a:pt x="0" y="258513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306" t="0" r="-5914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9771406" y="4799819"/>
            <a:ext cx="6853546" cy="1816190"/>
          </a:xfrm>
          <a:custGeom>
            <a:avLst/>
            <a:gdLst/>
            <a:ahLst/>
            <a:cxnLst/>
            <a:rect r="r" b="b" t="t" l="l"/>
            <a:pathLst>
              <a:path h="1816190" w="6853546">
                <a:moveTo>
                  <a:pt x="0" y="0"/>
                </a:moveTo>
                <a:lnTo>
                  <a:pt x="6853545" y="0"/>
                </a:lnTo>
                <a:lnTo>
                  <a:pt x="6853545" y="1816189"/>
                </a:lnTo>
                <a:lnTo>
                  <a:pt x="0" y="18161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285869" y="1256713"/>
            <a:ext cx="3421147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CRUD clientes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285869" y="4020673"/>
            <a:ext cx="3590608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CRUD empresa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88160" y="1202580"/>
            <a:ext cx="4296694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CRUD horarios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285869" y="6679352"/>
            <a:ext cx="3505877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CRUD servicios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852559" y="9594810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9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049831" y="4020673"/>
            <a:ext cx="4296694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Panel de contratos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442042" y="6916525"/>
            <a:ext cx="10136117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spc="24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Consultar dashboard (métricas del aplicativo)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9726904" y="7649950"/>
            <a:ext cx="3471275" cy="2006894"/>
          </a:xfrm>
          <a:custGeom>
            <a:avLst/>
            <a:gdLst/>
            <a:ahLst/>
            <a:cxnLst/>
            <a:rect r="r" b="b" t="t" l="l"/>
            <a:pathLst>
              <a:path h="2006894" w="3471275">
                <a:moveTo>
                  <a:pt x="0" y="0"/>
                </a:moveTo>
                <a:lnTo>
                  <a:pt x="3471275" y="0"/>
                </a:lnTo>
                <a:lnTo>
                  <a:pt x="3471275" y="2006894"/>
                </a:lnTo>
                <a:lnTo>
                  <a:pt x="0" y="200689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390" t="0" r="-139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3327498" y="7846406"/>
            <a:ext cx="2257356" cy="1015810"/>
          </a:xfrm>
          <a:custGeom>
            <a:avLst/>
            <a:gdLst/>
            <a:ahLst/>
            <a:cxnLst/>
            <a:rect r="r" b="b" t="t" l="l"/>
            <a:pathLst>
              <a:path h="1015810" w="2257356">
                <a:moveTo>
                  <a:pt x="0" y="0"/>
                </a:moveTo>
                <a:lnTo>
                  <a:pt x="2257356" y="0"/>
                </a:lnTo>
                <a:lnTo>
                  <a:pt x="2257356" y="1015810"/>
                </a:lnTo>
                <a:lnTo>
                  <a:pt x="0" y="10158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5718204" y="7846406"/>
            <a:ext cx="2371558" cy="1523726"/>
          </a:xfrm>
          <a:custGeom>
            <a:avLst/>
            <a:gdLst/>
            <a:ahLst/>
            <a:cxnLst/>
            <a:rect r="r" b="b" t="t" l="l"/>
            <a:pathLst>
              <a:path h="1523726" w="2371558">
                <a:moveTo>
                  <a:pt x="0" y="0"/>
                </a:moveTo>
                <a:lnTo>
                  <a:pt x="2371558" y="0"/>
                </a:lnTo>
                <a:lnTo>
                  <a:pt x="2371558" y="1523726"/>
                </a:lnTo>
                <a:lnTo>
                  <a:pt x="0" y="152372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3327498" y="8940556"/>
            <a:ext cx="2257356" cy="331603"/>
          </a:xfrm>
          <a:custGeom>
            <a:avLst/>
            <a:gdLst/>
            <a:ahLst/>
            <a:cxnLst/>
            <a:rect r="r" b="b" t="t" l="l"/>
            <a:pathLst>
              <a:path h="331603" w="2257356">
                <a:moveTo>
                  <a:pt x="0" y="0"/>
                </a:moveTo>
                <a:lnTo>
                  <a:pt x="2257356" y="0"/>
                </a:lnTo>
                <a:lnTo>
                  <a:pt x="2257356" y="331603"/>
                </a:lnTo>
                <a:lnTo>
                  <a:pt x="0" y="33160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-14874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83879" y="1315484"/>
            <a:ext cx="6499611" cy="810936"/>
            <a:chOff x="0" y="0"/>
            <a:chExt cx="1511227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11227" cy="188551"/>
            </a:xfrm>
            <a:custGeom>
              <a:avLst/>
              <a:gdLst/>
              <a:ahLst/>
              <a:cxnLst/>
              <a:rect r="r" b="b" t="t" l="l"/>
              <a:pathLst>
                <a:path h="188551" w="1511227">
                  <a:moveTo>
                    <a:pt x="9529" y="0"/>
                  </a:moveTo>
                  <a:lnTo>
                    <a:pt x="1501698" y="0"/>
                  </a:lnTo>
                  <a:cubicBezTo>
                    <a:pt x="1504225" y="0"/>
                    <a:pt x="1506649" y="1004"/>
                    <a:pt x="1508436" y="2791"/>
                  </a:cubicBezTo>
                  <a:cubicBezTo>
                    <a:pt x="1510223" y="4578"/>
                    <a:pt x="1511227" y="7002"/>
                    <a:pt x="1511227" y="9529"/>
                  </a:cubicBezTo>
                  <a:lnTo>
                    <a:pt x="1511227" y="179022"/>
                  </a:lnTo>
                  <a:cubicBezTo>
                    <a:pt x="1511227" y="181549"/>
                    <a:pt x="1510223" y="183973"/>
                    <a:pt x="1508436" y="185760"/>
                  </a:cubicBezTo>
                  <a:cubicBezTo>
                    <a:pt x="1506649" y="187547"/>
                    <a:pt x="1504225" y="188551"/>
                    <a:pt x="1501698" y="188551"/>
                  </a:cubicBezTo>
                  <a:lnTo>
                    <a:pt x="9529" y="188551"/>
                  </a:lnTo>
                  <a:cubicBezTo>
                    <a:pt x="4266" y="188551"/>
                    <a:pt x="0" y="184285"/>
                    <a:pt x="0" y="179022"/>
                  </a:cubicBezTo>
                  <a:lnTo>
                    <a:pt x="0" y="9529"/>
                  </a:lnTo>
                  <a:cubicBezTo>
                    <a:pt x="0" y="7002"/>
                    <a:pt x="1004" y="4578"/>
                    <a:pt x="2791" y="2791"/>
                  </a:cubicBezTo>
                  <a:cubicBezTo>
                    <a:pt x="4578" y="1004"/>
                    <a:pt x="7002" y="0"/>
                    <a:pt x="9529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511227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NUEVAS FUNCIONALIDADES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3951697" y="4491266"/>
            <a:ext cx="4427498" cy="4893648"/>
          </a:xfrm>
          <a:custGeom>
            <a:avLst/>
            <a:gdLst/>
            <a:ahLst/>
            <a:cxnLst/>
            <a:rect r="r" b="b" t="t" l="l"/>
            <a:pathLst>
              <a:path h="4893648" w="4427498">
                <a:moveTo>
                  <a:pt x="0" y="0"/>
                </a:moveTo>
                <a:lnTo>
                  <a:pt x="4427499" y="0"/>
                </a:lnTo>
                <a:lnTo>
                  <a:pt x="4427499" y="4893648"/>
                </a:lnTo>
                <a:lnTo>
                  <a:pt x="0" y="48936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663" t="-6319" r="0" b="-18292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94915" y="5941099"/>
            <a:ext cx="1779097" cy="1779312"/>
          </a:xfrm>
          <a:custGeom>
            <a:avLst/>
            <a:gdLst/>
            <a:ahLst/>
            <a:cxnLst/>
            <a:rect r="r" b="b" t="t" l="l"/>
            <a:pathLst>
              <a:path h="1779312" w="1779097">
                <a:moveTo>
                  <a:pt x="0" y="0"/>
                </a:moveTo>
                <a:lnTo>
                  <a:pt x="1779096" y="0"/>
                </a:lnTo>
                <a:lnTo>
                  <a:pt x="1779096" y="1779312"/>
                </a:lnTo>
                <a:lnTo>
                  <a:pt x="0" y="17793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8504" t="-12334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1575651" y="4409572"/>
            <a:ext cx="3942704" cy="5287740"/>
          </a:xfrm>
          <a:custGeom>
            <a:avLst/>
            <a:gdLst/>
            <a:ahLst/>
            <a:cxnLst/>
            <a:rect r="r" b="b" t="t" l="l"/>
            <a:pathLst>
              <a:path h="5287740" w="3942704">
                <a:moveTo>
                  <a:pt x="0" y="0"/>
                </a:moveTo>
                <a:lnTo>
                  <a:pt x="3942704" y="0"/>
                </a:lnTo>
                <a:lnTo>
                  <a:pt x="3942704" y="5287739"/>
                </a:lnTo>
                <a:lnTo>
                  <a:pt x="0" y="52877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708" t="0" r="-2708" b="-15988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9444931" y="5941099"/>
            <a:ext cx="1555535" cy="1779312"/>
          </a:xfrm>
          <a:custGeom>
            <a:avLst/>
            <a:gdLst/>
            <a:ahLst/>
            <a:cxnLst/>
            <a:rect r="r" b="b" t="t" l="l"/>
            <a:pathLst>
              <a:path h="1779312" w="1555535">
                <a:moveTo>
                  <a:pt x="0" y="0"/>
                </a:moveTo>
                <a:lnTo>
                  <a:pt x="1555535" y="0"/>
                </a:lnTo>
                <a:lnTo>
                  <a:pt x="1555535" y="1779312"/>
                </a:lnTo>
                <a:lnTo>
                  <a:pt x="0" y="17793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13815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694915" y="3157556"/>
            <a:ext cx="6838770" cy="967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69"/>
              </a:lnSpc>
            </a:pPr>
            <a:r>
              <a:rPr lang="en-US" sz="2731" spc="26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Ticket (mensaje) a soporte técnico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736787" y="3157556"/>
            <a:ext cx="7327313" cy="967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69"/>
              </a:lnSpc>
            </a:pPr>
            <a:r>
              <a:rPr lang="en-US" sz="2731" spc="26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Chat con un bot para dudas sobre el aplicativo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852559" y="9649686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90765" y="359104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12367" y="0"/>
                  </a:moveTo>
                  <a:lnTo>
                    <a:pt x="1152048" y="0"/>
                  </a:lnTo>
                  <a:cubicBezTo>
                    <a:pt x="1158878" y="0"/>
                    <a:pt x="1164415" y="5537"/>
                    <a:pt x="1164415" y="12367"/>
                  </a:cubicBezTo>
                  <a:lnTo>
                    <a:pt x="1164415" y="187520"/>
                  </a:lnTo>
                  <a:cubicBezTo>
                    <a:pt x="1164415" y="190800"/>
                    <a:pt x="1163112" y="193945"/>
                    <a:pt x="1160793" y="196265"/>
                  </a:cubicBezTo>
                  <a:cubicBezTo>
                    <a:pt x="1158474" y="198584"/>
                    <a:pt x="1155328" y="199887"/>
                    <a:pt x="1152048" y="199887"/>
                  </a:cubicBezTo>
                  <a:lnTo>
                    <a:pt x="12367" y="199887"/>
                  </a:lnTo>
                  <a:cubicBezTo>
                    <a:pt x="5537" y="199887"/>
                    <a:pt x="0" y="194350"/>
                    <a:pt x="0" y="187520"/>
                  </a:cubicBezTo>
                  <a:lnTo>
                    <a:pt x="0" y="12367"/>
                  </a:lnTo>
                  <a:cubicBezTo>
                    <a:pt x="0" y="5537"/>
                    <a:pt x="5537" y="0"/>
                    <a:pt x="12367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1754" y="3466122"/>
            <a:ext cx="5964636" cy="859690"/>
            <a:chOff x="0" y="0"/>
            <a:chExt cx="1386840" cy="1998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6840" cy="199887"/>
            </a:xfrm>
            <a:custGeom>
              <a:avLst/>
              <a:gdLst/>
              <a:ahLst/>
              <a:cxnLst/>
              <a:rect r="r" b="b" t="t" l="l"/>
              <a:pathLst>
                <a:path h="199887" w="1386840">
                  <a:moveTo>
                    <a:pt x="10384" y="0"/>
                  </a:moveTo>
                  <a:lnTo>
                    <a:pt x="1376456" y="0"/>
                  </a:lnTo>
                  <a:cubicBezTo>
                    <a:pt x="1379210" y="0"/>
                    <a:pt x="1381851" y="1094"/>
                    <a:pt x="1383799" y="3041"/>
                  </a:cubicBezTo>
                  <a:cubicBezTo>
                    <a:pt x="1385746" y="4989"/>
                    <a:pt x="1386840" y="7630"/>
                    <a:pt x="1386840" y="10384"/>
                  </a:cubicBezTo>
                  <a:lnTo>
                    <a:pt x="1386840" y="189503"/>
                  </a:lnTo>
                  <a:cubicBezTo>
                    <a:pt x="1386840" y="192257"/>
                    <a:pt x="1385746" y="194898"/>
                    <a:pt x="1383799" y="196846"/>
                  </a:cubicBezTo>
                  <a:cubicBezTo>
                    <a:pt x="1381851" y="198793"/>
                    <a:pt x="1379210" y="199887"/>
                    <a:pt x="1376456" y="199887"/>
                  </a:cubicBezTo>
                  <a:lnTo>
                    <a:pt x="10384" y="199887"/>
                  </a:lnTo>
                  <a:cubicBezTo>
                    <a:pt x="7630" y="199887"/>
                    <a:pt x="4989" y="198793"/>
                    <a:pt x="3041" y="196846"/>
                  </a:cubicBezTo>
                  <a:cubicBezTo>
                    <a:pt x="1094" y="194898"/>
                    <a:pt x="0" y="192257"/>
                    <a:pt x="0" y="189503"/>
                  </a:cubicBezTo>
                  <a:lnTo>
                    <a:pt x="0" y="10384"/>
                  </a:lnTo>
                  <a:cubicBezTo>
                    <a:pt x="0" y="7630"/>
                    <a:pt x="1094" y="4989"/>
                    <a:pt x="3041" y="3041"/>
                  </a:cubicBezTo>
                  <a:cubicBezTo>
                    <a:pt x="4989" y="1094"/>
                    <a:pt x="7630" y="0"/>
                    <a:pt x="1038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8684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186925"/>
                  </a:lnTo>
                  <a:cubicBezTo>
                    <a:pt x="1111030" y="190363"/>
                    <a:pt x="1109664" y="193660"/>
                    <a:pt x="1107234" y="196091"/>
                  </a:cubicBezTo>
                  <a:cubicBezTo>
                    <a:pt x="1104803" y="198521"/>
                    <a:pt x="1101506" y="199887"/>
                    <a:pt x="1098069" y="199887"/>
                  </a:cubicBezTo>
                  <a:lnTo>
                    <a:pt x="12961" y="199887"/>
                  </a:lnTo>
                  <a:cubicBezTo>
                    <a:pt x="9524" y="199887"/>
                    <a:pt x="6227" y="198521"/>
                    <a:pt x="3796" y="196091"/>
                  </a:cubicBezTo>
                  <a:cubicBezTo>
                    <a:pt x="1366" y="193660"/>
                    <a:pt x="0" y="190363"/>
                    <a:pt x="0" y="186925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90765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12259" y="0"/>
                  </a:moveTo>
                  <a:lnTo>
                    <a:pt x="1162469" y="0"/>
                  </a:lnTo>
                  <a:cubicBezTo>
                    <a:pt x="1165720" y="0"/>
                    <a:pt x="1168838" y="1292"/>
                    <a:pt x="1171137" y="3590"/>
                  </a:cubicBezTo>
                  <a:cubicBezTo>
                    <a:pt x="1173436" y="5889"/>
                    <a:pt x="1174728" y="9007"/>
                    <a:pt x="1174728" y="12259"/>
                  </a:cubicBezTo>
                  <a:lnTo>
                    <a:pt x="1174728" y="944475"/>
                  </a:lnTo>
                  <a:cubicBezTo>
                    <a:pt x="1174728" y="951245"/>
                    <a:pt x="1169239" y="956734"/>
                    <a:pt x="1162469" y="956734"/>
                  </a:cubicBezTo>
                  <a:lnTo>
                    <a:pt x="12259" y="956734"/>
                  </a:lnTo>
                  <a:cubicBezTo>
                    <a:pt x="9007" y="956734"/>
                    <a:pt x="5889" y="955442"/>
                    <a:pt x="3590" y="953143"/>
                  </a:cubicBezTo>
                  <a:cubicBezTo>
                    <a:pt x="1292" y="950844"/>
                    <a:pt x="0" y="947726"/>
                    <a:pt x="0" y="944475"/>
                  </a:cubicBezTo>
                  <a:lnTo>
                    <a:pt x="0" y="12259"/>
                  </a:lnTo>
                  <a:cubicBezTo>
                    <a:pt x="0" y="9007"/>
                    <a:pt x="1292" y="5889"/>
                    <a:pt x="3590" y="3590"/>
                  </a:cubicBezTo>
                  <a:cubicBezTo>
                    <a:pt x="5889" y="1292"/>
                    <a:pt x="9007" y="0"/>
                    <a:pt x="12259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464693" y="5143500"/>
            <a:ext cx="5741697" cy="4114800"/>
            <a:chOff x="0" y="0"/>
            <a:chExt cx="1335004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35004" cy="956734"/>
            </a:xfrm>
            <a:custGeom>
              <a:avLst/>
              <a:gdLst/>
              <a:ahLst/>
              <a:cxnLst/>
              <a:rect r="r" b="b" t="t" l="l"/>
              <a:pathLst>
                <a:path h="956734" w="1335004">
                  <a:moveTo>
                    <a:pt x="10787" y="0"/>
                  </a:moveTo>
                  <a:lnTo>
                    <a:pt x="1324217" y="0"/>
                  </a:lnTo>
                  <a:cubicBezTo>
                    <a:pt x="1327078" y="0"/>
                    <a:pt x="1329822" y="1136"/>
                    <a:pt x="1331845" y="3159"/>
                  </a:cubicBezTo>
                  <a:cubicBezTo>
                    <a:pt x="1333868" y="5182"/>
                    <a:pt x="1335004" y="7926"/>
                    <a:pt x="1335004" y="10787"/>
                  </a:cubicBezTo>
                  <a:lnTo>
                    <a:pt x="1335004" y="945947"/>
                  </a:lnTo>
                  <a:cubicBezTo>
                    <a:pt x="1335004" y="951904"/>
                    <a:pt x="1330175" y="956734"/>
                    <a:pt x="1324217" y="956734"/>
                  </a:cubicBezTo>
                  <a:lnTo>
                    <a:pt x="10787" y="956734"/>
                  </a:lnTo>
                  <a:cubicBezTo>
                    <a:pt x="7926" y="956734"/>
                    <a:pt x="5182" y="955597"/>
                    <a:pt x="3159" y="953574"/>
                  </a:cubicBezTo>
                  <a:cubicBezTo>
                    <a:pt x="1136" y="951551"/>
                    <a:pt x="0" y="948808"/>
                    <a:pt x="0" y="945947"/>
                  </a:cubicBezTo>
                  <a:lnTo>
                    <a:pt x="0" y="10787"/>
                  </a:lnTo>
                  <a:cubicBezTo>
                    <a:pt x="0" y="7926"/>
                    <a:pt x="1136" y="5182"/>
                    <a:pt x="3159" y="3159"/>
                  </a:cubicBezTo>
                  <a:cubicBezTo>
                    <a:pt x="5182" y="1136"/>
                    <a:pt x="7926" y="0"/>
                    <a:pt x="10787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35004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943772"/>
                  </a:lnTo>
                  <a:cubicBezTo>
                    <a:pt x="1111030" y="947210"/>
                    <a:pt x="1109664" y="950507"/>
                    <a:pt x="1107234" y="952937"/>
                  </a:cubicBezTo>
                  <a:cubicBezTo>
                    <a:pt x="1104803" y="955368"/>
                    <a:pt x="1101506" y="956734"/>
                    <a:pt x="1098069" y="956734"/>
                  </a:cubicBezTo>
                  <a:lnTo>
                    <a:pt x="12961" y="956734"/>
                  </a:lnTo>
                  <a:cubicBezTo>
                    <a:pt x="9524" y="956734"/>
                    <a:pt x="6227" y="955368"/>
                    <a:pt x="3796" y="952937"/>
                  </a:cubicBezTo>
                  <a:cubicBezTo>
                    <a:pt x="1366" y="950507"/>
                    <a:pt x="0" y="947210"/>
                    <a:pt x="0" y="943772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469189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TECNOLOGÍAS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591677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105543" y="9698121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11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