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Fraunces" panose="020B0604020202020204" charset="0"/>
      <p:regular r:id="rId13"/>
    </p:embeddedFont>
    <p:embeddedFont>
      <p:font typeface="Fraunces Bold" panose="020B0604020202020204" charset="0"/>
      <p:regular r:id="rId14"/>
    </p:embeddedFont>
    <p:embeddedFont>
      <p:font typeface="Montserrat" panose="00000500000000000000" pitchFamily="2" charset="0"/>
      <p:regular r:id="rId15"/>
    </p:embeddedFont>
    <p:embeddedFont>
      <p:font typeface="Montserrat Bold" panose="020B0604020202020204" charset="0"/>
      <p:regular r:id="rId16"/>
    </p:embeddedFont>
    <p:embeddedFont>
      <p:font typeface="Open Sans Bold" panose="020B0604020202020204" charset="0"/>
      <p:regular r:id="rId17"/>
    </p:embeddedFont>
    <p:embeddedFont>
      <p:font typeface="Poppins" panose="00000500000000000000" pitchFamily="2" charset="0"/>
      <p:regular r:id="rId18"/>
    </p:embeddedFont>
    <p:embeddedFont>
      <p:font typeface="Poppins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488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0.pn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nectacuidados.eu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528" y="1988168"/>
            <a:ext cx="11196945" cy="6310665"/>
            <a:chOff x="0" y="0"/>
            <a:chExt cx="2948990" cy="16620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48990" cy="1662068"/>
            </a:xfrm>
            <a:custGeom>
              <a:avLst/>
              <a:gdLst/>
              <a:ahLst/>
              <a:cxnLst/>
              <a:rect l="l" t="t" r="r" b="b"/>
              <a:pathLst>
                <a:path w="2948990" h="1662068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284793" y="8170984"/>
            <a:ext cx="5949014" cy="2390422"/>
          </a:xfrm>
          <a:custGeom>
            <a:avLst/>
            <a:gdLst/>
            <a:ahLst/>
            <a:cxnLst/>
            <a:rect l="l" t="t" r="r" b="b"/>
            <a:pathLst>
              <a:path w="5949014" h="2390422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3762511" y="2903072"/>
            <a:ext cx="2258325" cy="4672626"/>
          </a:xfrm>
          <a:custGeom>
            <a:avLst/>
            <a:gdLst/>
            <a:ahLst/>
            <a:cxnLst/>
            <a:rect l="l" t="t" r="r" b="b"/>
            <a:pathLst>
              <a:path w="2258325" h="4672626">
                <a:moveTo>
                  <a:pt x="0" y="0"/>
                </a:moveTo>
                <a:lnTo>
                  <a:pt x="2258325" y="0"/>
                </a:lnTo>
                <a:lnTo>
                  <a:pt x="2258325" y="4672625"/>
                </a:lnTo>
                <a:lnTo>
                  <a:pt x="0" y="4672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731" r="-28511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12373992" y="1988168"/>
            <a:ext cx="2368480" cy="1152179"/>
          </a:xfrm>
          <a:custGeom>
            <a:avLst/>
            <a:gdLst/>
            <a:ahLst/>
            <a:cxnLst/>
            <a:rect l="l" t="t" r="r" b="b"/>
            <a:pathLst>
              <a:path w="2368480" h="1152179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5884" b="-26516"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8" name="Group 8"/>
          <p:cNvGrpSpPr/>
          <p:nvPr/>
        </p:nvGrpSpPr>
        <p:grpSpPr>
          <a:xfrm>
            <a:off x="11897867" y="7115496"/>
            <a:ext cx="952251" cy="920403"/>
            <a:chOff x="0" y="0"/>
            <a:chExt cx="840925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40925" cy="812800"/>
            </a:xfrm>
            <a:custGeom>
              <a:avLst/>
              <a:gdLst/>
              <a:ahLst/>
              <a:cxnLst/>
              <a:rect l="l" t="t" r="r" b="b"/>
              <a:pathLst>
                <a:path w="840925" h="812800">
                  <a:moveTo>
                    <a:pt x="840925" y="406400"/>
                  </a:moveTo>
                  <a:lnTo>
                    <a:pt x="434525" y="0"/>
                  </a:lnTo>
                  <a:lnTo>
                    <a:pt x="43452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34525" y="609600"/>
                  </a:lnTo>
                  <a:lnTo>
                    <a:pt x="434525" y="812800"/>
                  </a:lnTo>
                  <a:lnTo>
                    <a:pt x="840925" y="406400"/>
                  </a:lnTo>
                  <a:close/>
                </a:path>
              </a:pathLst>
            </a:custGeom>
            <a:solidFill>
              <a:srgbClr val="51786E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184150"/>
              <a:ext cx="739325" cy="425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3042806" y="6599166"/>
            <a:ext cx="1699666" cy="1699666"/>
          </a:xfrm>
          <a:custGeom>
            <a:avLst/>
            <a:gdLst/>
            <a:ahLst/>
            <a:cxnLst/>
            <a:rect l="l" t="t" r="r" b="b"/>
            <a:pathLst>
              <a:path w="1699666" h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2" name="TextBox 12"/>
          <p:cNvSpPr txBox="1"/>
          <p:nvPr/>
        </p:nvSpPr>
        <p:spPr>
          <a:xfrm>
            <a:off x="5878614" y="3273191"/>
            <a:ext cx="6971503" cy="1762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sz="7599" b="1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sz="7599" b="1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  <a:p>
            <a:pPr algn="ctr">
              <a:lnSpc>
                <a:spcPts val="2400"/>
              </a:lnSpc>
            </a:pPr>
            <a:r>
              <a:rPr lang="en-US" sz="2000" b="1" spc="-4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FULL-STACK ARCHITECTURE</a:t>
            </a:r>
          </a:p>
          <a:p>
            <a:pPr algn="ctr">
              <a:lnSpc>
                <a:spcPts val="2400"/>
              </a:lnSpc>
            </a:pPr>
            <a:endParaRPr lang="en-US" sz="2000" b="1" spc="-40">
              <a:solidFill>
                <a:srgbClr val="344F5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630860" y="5349389"/>
            <a:ext cx="524188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90770" y="6051999"/>
            <a:ext cx="4381971" cy="1397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IES Albarregas</a:t>
            </a: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Técnico Superior en Desarrollo de Aplicaciones Web</a:t>
            </a: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Curso: 25/26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528" y="1988168"/>
            <a:ext cx="11196945" cy="6310665"/>
            <a:chOff x="0" y="0"/>
            <a:chExt cx="2948990" cy="16620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48990" cy="1662068"/>
            </a:xfrm>
            <a:custGeom>
              <a:avLst/>
              <a:gdLst/>
              <a:ahLst/>
              <a:cxnLst/>
              <a:rect l="l" t="t" r="r" b="b"/>
              <a:pathLst>
                <a:path w="2948990" h="1662068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702460" y="3779581"/>
            <a:ext cx="2773099" cy="3580649"/>
          </a:xfrm>
          <a:custGeom>
            <a:avLst/>
            <a:gdLst/>
            <a:ahLst/>
            <a:cxnLst/>
            <a:rect l="l" t="t" r="r" b="b"/>
            <a:pathLst>
              <a:path w="2773099" h="3580649">
                <a:moveTo>
                  <a:pt x="0" y="0"/>
                </a:moveTo>
                <a:lnTo>
                  <a:pt x="2773098" y="0"/>
                </a:lnTo>
                <a:lnTo>
                  <a:pt x="2773098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TextBox 6"/>
          <p:cNvSpPr txBox="1"/>
          <p:nvPr/>
        </p:nvSpPr>
        <p:spPr>
          <a:xfrm>
            <a:off x="7007833" y="2355605"/>
            <a:ext cx="4272335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 spc="-12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02952" y="3751006"/>
            <a:ext cx="7436270" cy="3787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funcionalidades</a:t>
            </a:r>
          </a:p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Integraciones y seguridad </a:t>
            </a:r>
          </a:p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  <a:p>
            <a:pPr marL="712468" lvl="1" indent="-356234" algn="l">
              <a:lnSpc>
                <a:spcPts val="4289"/>
              </a:lnSpc>
              <a:buFont typeface="Arial"/>
              <a:buChar char="•"/>
            </a:pPr>
            <a:r>
              <a:rPr lang="en-US" sz="3299" b="1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121" y="1028700"/>
            <a:ext cx="15591759" cy="8229600"/>
            <a:chOff x="0" y="0"/>
            <a:chExt cx="4106471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06471" cy="2167467"/>
            </a:xfrm>
            <a:custGeom>
              <a:avLst/>
              <a:gdLst/>
              <a:ahLst/>
              <a:cxnLst/>
              <a:rect l="l" t="t" r="r" b="b"/>
              <a:pathLst>
                <a:path w="4106471" h="2167467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932714" y="3975846"/>
            <a:ext cx="4475594" cy="4161408"/>
            <a:chOff x="0" y="0"/>
            <a:chExt cx="1178757" cy="10960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78757" cy="1096009"/>
            </a:xfrm>
            <a:custGeom>
              <a:avLst/>
              <a:gdLst/>
              <a:ahLst/>
              <a:cxnLst/>
              <a:rect l="l" t="t" r="r" b="b"/>
              <a:pathLst>
                <a:path w="1178757" h="1096009">
                  <a:moveTo>
                    <a:pt x="0" y="0"/>
                  </a:moveTo>
                  <a:lnTo>
                    <a:pt x="1178757" y="0"/>
                  </a:lnTo>
                  <a:lnTo>
                    <a:pt x="1178757" y="1096009"/>
                  </a:lnTo>
                  <a:lnTo>
                    <a:pt x="0" y="1096009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1178757" cy="11150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324900" y="2683194"/>
            <a:ext cx="3691221" cy="754966"/>
            <a:chOff x="0" y="0"/>
            <a:chExt cx="972174" cy="19883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72174" cy="198839"/>
            </a:xfrm>
            <a:custGeom>
              <a:avLst/>
              <a:gdLst/>
              <a:ahLst/>
              <a:cxnLst/>
              <a:rect l="l" t="t" r="r" b="b"/>
              <a:pathLst>
                <a:path w="972174" h="198839">
                  <a:moveTo>
                    <a:pt x="0" y="0"/>
                  </a:moveTo>
                  <a:lnTo>
                    <a:pt x="972174" y="0"/>
                  </a:lnTo>
                  <a:lnTo>
                    <a:pt x="972174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72174" cy="2178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530941" y="2683194"/>
            <a:ext cx="3563827" cy="754966"/>
            <a:chOff x="0" y="0"/>
            <a:chExt cx="938621" cy="19883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38621" cy="198839"/>
            </a:xfrm>
            <a:custGeom>
              <a:avLst/>
              <a:gdLst/>
              <a:ahLst/>
              <a:cxnLst/>
              <a:rect l="l" t="t" r="r" b="b"/>
              <a:pathLst>
                <a:path w="938621" h="198839">
                  <a:moveTo>
                    <a:pt x="0" y="0"/>
                  </a:moveTo>
                  <a:lnTo>
                    <a:pt x="938621" y="0"/>
                  </a:lnTo>
                  <a:lnTo>
                    <a:pt x="938621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938621" cy="2178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746020" y="2683194"/>
            <a:ext cx="3086100" cy="754966"/>
            <a:chOff x="0" y="0"/>
            <a:chExt cx="812800" cy="19883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198839"/>
            </a:xfrm>
            <a:custGeom>
              <a:avLst/>
              <a:gdLst/>
              <a:ahLst/>
              <a:cxnLst/>
              <a:rect l="l" t="t" r="r" b="b"/>
              <a:pathLst>
                <a:path w="812800" h="198839">
                  <a:moveTo>
                    <a:pt x="0" y="0"/>
                  </a:moveTo>
                  <a:lnTo>
                    <a:pt x="812800" y="0"/>
                  </a:lnTo>
                  <a:lnTo>
                    <a:pt x="812800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812800" cy="2178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051273" y="3975846"/>
            <a:ext cx="4475594" cy="4146644"/>
            <a:chOff x="0" y="0"/>
            <a:chExt cx="1178757" cy="10921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78757" cy="1092120"/>
            </a:xfrm>
            <a:custGeom>
              <a:avLst/>
              <a:gdLst/>
              <a:ahLst/>
              <a:cxnLst/>
              <a:rect l="l" t="t" r="r" b="b"/>
              <a:pathLst>
                <a:path w="1178757" h="1092120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178757" cy="11111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674602" y="4326535"/>
            <a:ext cx="3363677" cy="3524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2554" lvl="1" indent="-221277" algn="l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servicios. </a:t>
            </a:r>
          </a:p>
          <a:p>
            <a:pPr marL="442554" lvl="1" indent="-221277" algn="l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posibles conflictos.</a:t>
            </a:r>
          </a:p>
          <a:p>
            <a:pPr marL="442554" lvl="1" indent="-221277" algn="l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marL="0" lvl="0" indent="0" algn="l">
              <a:lnSpc>
                <a:spcPts val="2828"/>
              </a:lnSpc>
              <a:spcBef>
                <a:spcPct val="0"/>
              </a:spcBef>
            </a:pPr>
            <a:endParaRPr lang="en-US" sz="2049" spc="200">
              <a:solidFill>
                <a:srgbClr val="231F2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21" name="Group 21"/>
          <p:cNvGrpSpPr/>
          <p:nvPr/>
        </p:nvGrpSpPr>
        <p:grpSpPr>
          <a:xfrm>
            <a:off x="7075058" y="4024558"/>
            <a:ext cx="4475594" cy="4146644"/>
            <a:chOff x="0" y="0"/>
            <a:chExt cx="1178757" cy="10921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178757" cy="1092120"/>
            </a:xfrm>
            <a:custGeom>
              <a:avLst/>
              <a:gdLst/>
              <a:ahLst/>
              <a:cxnLst/>
              <a:rect l="l" t="t" r="r" b="b"/>
              <a:pathLst>
                <a:path w="1178757" h="1092120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178757" cy="11397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30941" y="4326535"/>
            <a:ext cx="3563827" cy="36290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Aumento de la demanda de contratación de servicios de asistencia. </a:t>
            </a:r>
          </a:p>
          <a:p>
            <a:pPr algn="l">
              <a:lnSpc>
                <a:spcPts val="2873"/>
              </a:lnSpc>
            </a:pPr>
            <a:endParaRPr lang="en-US" sz="2082" spc="204">
              <a:solidFill>
                <a:srgbClr val="231F2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2873"/>
              </a:lnSpc>
              <a:spcBef>
                <a:spcPct val="0"/>
              </a:spcBef>
            </a:pPr>
            <a:r>
              <a:rPr lang="en-US" sz="2082" b="1" spc="204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Objetivo:</a:t>
            </a: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 con un solo clic contratar servicios adaptados a sus necesidades.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563586" y="1329960"/>
            <a:ext cx="10906040" cy="79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548"/>
              </a:lnSpc>
              <a:spcBef>
                <a:spcPct val="0"/>
              </a:spcBef>
            </a:pPr>
            <a:r>
              <a:rPr lang="en-US" sz="4745" b="1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59182" y="4326535"/>
            <a:ext cx="3656940" cy="3316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para contratar servicios ofrecidos por distintas empresas destinados al cuidado de personas mayores y/o personas que necesitan ayuda (dependientes).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208853" y="424928"/>
            <a:ext cx="19354610" cy="1639695"/>
            <a:chOff x="0" y="0"/>
            <a:chExt cx="1876002" cy="15893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76002" cy="158932"/>
            </a:xfrm>
            <a:custGeom>
              <a:avLst/>
              <a:gdLst/>
              <a:ahLst/>
              <a:cxnLst/>
              <a:rect l="l" t="t" r="r" b="b"/>
              <a:pathLst>
                <a:path w="1876002" h="15893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886411" y="3407406"/>
            <a:ext cx="2667835" cy="810936"/>
            <a:chOff x="0" y="0"/>
            <a:chExt cx="620299" cy="18855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20299" cy="188551"/>
            </a:xfrm>
            <a:custGeom>
              <a:avLst/>
              <a:gdLst/>
              <a:ahLst/>
              <a:cxnLst/>
              <a:rect l="l" t="t" r="r" b="b"/>
              <a:pathLst>
                <a:path w="620299" h="188551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620299" cy="188551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  <a:endParaRPr lang="en-US" sz="2981" b="1" spc="29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</p:txBody>
        </p:sp>
      </p:grpSp>
      <p:sp>
        <p:nvSpPr>
          <p:cNvPr id="8" name="Freeform 8"/>
          <p:cNvSpPr/>
          <p:nvPr/>
        </p:nvSpPr>
        <p:spPr>
          <a:xfrm>
            <a:off x="1276448" y="4817276"/>
            <a:ext cx="3887759" cy="3328894"/>
          </a:xfrm>
          <a:custGeom>
            <a:avLst/>
            <a:gdLst/>
            <a:ahLst/>
            <a:cxnLst/>
            <a:rect l="l" t="t" r="r" b="b"/>
            <a:pathLst>
              <a:path w="3887759" h="3328894">
                <a:moveTo>
                  <a:pt x="0" y="0"/>
                </a:moveTo>
                <a:lnTo>
                  <a:pt x="3887759" y="0"/>
                </a:lnTo>
                <a:lnTo>
                  <a:pt x="3887759" y="3328894"/>
                </a:lnTo>
                <a:lnTo>
                  <a:pt x="0" y="3328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TextBox 9"/>
          <p:cNvSpPr txBox="1"/>
          <p:nvPr/>
        </p:nvSpPr>
        <p:spPr>
          <a:xfrm>
            <a:off x="1658038" y="808479"/>
            <a:ext cx="9308329" cy="79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8216586" y="3407406"/>
            <a:ext cx="2385400" cy="810936"/>
            <a:chOff x="0" y="0"/>
            <a:chExt cx="554630" cy="18855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54630" cy="188551"/>
            </a:xfrm>
            <a:custGeom>
              <a:avLst/>
              <a:gdLst/>
              <a:ahLst/>
              <a:cxnLst/>
              <a:rect l="l" t="t" r="r" b="b"/>
              <a:pathLst>
                <a:path w="554630" h="188551">
                  <a:moveTo>
                    <a:pt x="0" y="0"/>
                  </a:moveTo>
                  <a:lnTo>
                    <a:pt x="554630" y="0"/>
                  </a:lnTo>
                  <a:lnTo>
                    <a:pt x="554630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554630" cy="188551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264327" y="3407406"/>
            <a:ext cx="2667835" cy="810936"/>
            <a:chOff x="0" y="0"/>
            <a:chExt cx="620299" cy="18855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0299" cy="188551"/>
            </a:xfrm>
            <a:custGeom>
              <a:avLst/>
              <a:gdLst/>
              <a:ahLst/>
              <a:cxnLst/>
              <a:rect l="l" t="t" r="r" b="b"/>
              <a:pathLst>
                <a:path w="620299" h="188551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0"/>
              <a:ext cx="620299" cy="188551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id="16" name="Freeform 16"/>
          <p:cNvSpPr/>
          <p:nvPr/>
        </p:nvSpPr>
        <p:spPr>
          <a:xfrm>
            <a:off x="14668853" y="5106603"/>
            <a:ext cx="1858783" cy="2750241"/>
          </a:xfrm>
          <a:custGeom>
            <a:avLst/>
            <a:gdLst/>
            <a:ahLst/>
            <a:cxnLst/>
            <a:rect l="l" t="t" r="r" b="b"/>
            <a:pathLst>
              <a:path w="1858783" h="2750241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7994414" y="5066851"/>
            <a:ext cx="2829745" cy="2829745"/>
          </a:xfrm>
          <a:custGeom>
            <a:avLst/>
            <a:gdLst/>
            <a:ahLst/>
            <a:cxnLst/>
            <a:rect l="l" t="t" r="r" b="b"/>
            <a:pathLst>
              <a:path w="2829745" h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TextBox 18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>
            <p:extLst>
              <p:ext uri="{D42A27DB-BD31-4B8C-83A1-F6EECF244321}">
                <p14:modId xmlns:p14="http://schemas.microsoft.com/office/powerpoint/2010/main" val="1776724199"/>
              </p:ext>
            </p:extLst>
          </p:nvPr>
        </p:nvGraphicFramePr>
        <p:xfrm>
          <a:off x="990600" y="26727"/>
          <a:ext cx="15011400" cy="93999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550900" imgH="10477500" progId="Excel.Sheet.12">
                  <p:embed/>
                </p:oleObj>
              </mc:Choice>
              <mc:Fallback>
                <p:oleObj name="Worksheet" r:id="rId2" imgW="13550900" imgH="104775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90600" y="26727"/>
                        <a:ext cx="15011400" cy="93999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17675887" y="9399905"/>
            <a:ext cx="612113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785357" y="538989"/>
            <a:ext cx="7570719" cy="1961344"/>
            <a:chOff x="0" y="0"/>
            <a:chExt cx="1070521" cy="2773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70521" cy="277340"/>
            </a:xfrm>
            <a:custGeom>
              <a:avLst/>
              <a:gdLst/>
              <a:ahLst/>
              <a:cxnLst/>
              <a:rect l="l" t="t" r="r" b="b"/>
              <a:pathLst>
                <a:path w="1070521" h="277340">
                  <a:moveTo>
                    <a:pt x="867321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70521" y="277340"/>
                  </a:lnTo>
                  <a:lnTo>
                    <a:pt x="867321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1600" y="-19050"/>
              <a:ext cx="867321" cy="2963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78202" y="4555916"/>
            <a:ext cx="2340497" cy="2592195"/>
          </a:xfrm>
          <a:custGeom>
            <a:avLst/>
            <a:gdLst/>
            <a:ahLst/>
            <a:cxnLst/>
            <a:rect l="l" t="t" r="r" b="b"/>
            <a:pathLst>
              <a:path w="2340497" h="2592195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2048451" y="6513095"/>
            <a:ext cx="1510002" cy="1557831"/>
          </a:xfrm>
          <a:custGeom>
            <a:avLst/>
            <a:gdLst/>
            <a:ahLst/>
            <a:cxnLst/>
            <a:rect l="l" t="t" r="r" b="b"/>
            <a:pathLst>
              <a:path w="1510002" h="1557831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5098195" y="1519661"/>
            <a:ext cx="2779871" cy="3501663"/>
          </a:xfrm>
          <a:custGeom>
            <a:avLst/>
            <a:gdLst/>
            <a:ahLst/>
            <a:cxnLst/>
            <a:rect l="l" t="t" r="r" b="b"/>
            <a:pathLst>
              <a:path w="2779871" h="3501663">
                <a:moveTo>
                  <a:pt x="0" y="0"/>
                </a:moveTo>
                <a:lnTo>
                  <a:pt x="2779872" y="0"/>
                </a:lnTo>
                <a:lnTo>
                  <a:pt x="2779872" y="3501662"/>
                </a:lnTo>
                <a:lnTo>
                  <a:pt x="0" y="35016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5646362" y="377550"/>
            <a:ext cx="1580715" cy="570814"/>
          </a:xfrm>
          <a:custGeom>
            <a:avLst/>
            <a:gdLst/>
            <a:ahLst/>
            <a:cxnLst/>
            <a:rect l="l" t="t" r="r" b="b"/>
            <a:pathLst>
              <a:path w="1580715" h="570814">
                <a:moveTo>
                  <a:pt x="0" y="0"/>
                </a:moveTo>
                <a:lnTo>
                  <a:pt x="1580715" y="0"/>
                </a:lnTo>
                <a:lnTo>
                  <a:pt x="1580715" y="570814"/>
                </a:lnTo>
                <a:lnTo>
                  <a:pt x="0" y="570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Freeform 9"/>
          <p:cNvSpPr/>
          <p:nvPr/>
        </p:nvSpPr>
        <p:spPr>
          <a:xfrm>
            <a:off x="5098195" y="5852013"/>
            <a:ext cx="2779871" cy="4214177"/>
          </a:xfrm>
          <a:custGeom>
            <a:avLst/>
            <a:gdLst/>
            <a:ahLst/>
            <a:cxnLst/>
            <a:rect l="l" t="t" r="r" b="b"/>
            <a:pathLst>
              <a:path w="2779871" h="4214177">
                <a:moveTo>
                  <a:pt x="0" y="0"/>
                </a:moveTo>
                <a:lnTo>
                  <a:pt x="2779872" y="0"/>
                </a:lnTo>
                <a:lnTo>
                  <a:pt x="2779872" y="4214178"/>
                </a:lnTo>
                <a:lnTo>
                  <a:pt x="0" y="42141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2526"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10" name="Group 10"/>
          <p:cNvGrpSpPr/>
          <p:nvPr/>
        </p:nvGrpSpPr>
        <p:grpSpPr>
          <a:xfrm>
            <a:off x="6300624" y="1034089"/>
            <a:ext cx="272191" cy="446412"/>
            <a:chOff x="0" y="0"/>
            <a:chExt cx="494051" cy="810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94051" cy="810280"/>
            </a:xfrm>
            <a:custGeom>
              <a:avLst/>
              <a:gdLst/>
              <a:ahLst/>
              <a:cxnLst/>
              <a:rect l="l" t="t" r="r" b="b"/>
              <a:pathLst>
                <a:path w="494051" h="810280">
                  <a:moveTo>
                    <a:pt x="247026" y="810280"/>
                  </a:moveTo>
                  <a:lnTo>
                    <a:pt x="0" y="403880"/>
                  </a:lnTo>
                  <a:lnTo>
                    <a:pt x="203200" y="4038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403880"/>
                  </a:lnTo>
                  <a:lnTo>
                    <a:pt x="494051" y="403880"/>
                  </a:lnTo>
                  <a:lnTo>
                    <a:pt x="247026" y="8102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3200" y="-19050"/>
              <a:ext cx="87651" cy="7277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234996" y="5105827"/>
            <a:ext cx="403448" cy="661683"/>
            <a:chOff x="0" y="0"/>
            <a:chExt cx="494051" cy="8102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4051" cy="810280"/>
            </a:xfrm>
            <a:custGeom>
              <a:avLst/>
              <a:gdLst/>
              <a:ahLst/>
              <a:cxnLst/>
              <a:rect l="l" t="t" r="r" b="b"/>
              <a:pathLst>
                <a:path w="494051" h="810280">
                  <a:moveTo>
                    <a:pt x="247026" y="810280"/>
                  </a:moveTo>
                  <a:lnTo>
                    <a:pt x="0" y="403880"/>
                  </a:lnTo>
                  <a:lnTo>
                    <a:pt x="203200" y="4038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403880"/>
                  </a:lnTo>
                  <a:lnTo>
                    <a:pt x="494051" y="403880"/>
                  </a:lnTo>
                  <a:lnTo>
                    <a:pt x="247026" y="8102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3200" y="-19050"/>
              <a:ext cx="87651" cy="7277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379096" y="377550"/>
            <a:ext cx="2809214" cy="827979"/>
          </a:xfrm>
          <a:custGeom>
            <a:avLst/>
            <a:gdLst/>
            <a:ahLst/>
            <a:cxnLst/>
            <a:rect l="l" t="t" r="r" b="b"/>
            <a:pathLst>
              <a:path w="2809214" h="827979">
                <a:moveTo>
                  <a:pt x="0" y="0"/>
                </a:moveTo>
                <a:lnTo>
                  <a:pt x="2809215" y="0"/>
                </a:lnTo>
                <a:lnTo>
                  <a:pt x="2809215" y="827979"/>
                </a:lnTo>
                <a:lnTo>
                  <a:pt x="0" y="8279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8105451" y="6872354"/>
            <a:ext cx="2794607" cy="3193836"/>
          </a:xfrm>
          <a:custGeom>
            <a:avLst/>
            <a:gdLst/>
            <a:ahLst/>
            <a:cxnLst/>
            <a:rect l="l" t="t" r="r" b="b"/>
            <a:pathLst>
              <a:path w="2794607" h="3193836">
                <a:moveTo>
                  <a:pt x="0" y="0"/>
                </a:moveTo>
                <a:lnTo>
                  <a:pt x="2794606" y="0"/>
                </a:lnTo>
                <a:lnTo>
                  <a:pt x="2794606" y="3193837"/>
                </a:lnTo>
                <a:lnTo>
                  <a:pt x="0" y="31938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18" name="Group 18"/>
          <p:cNvGrpSpPr/>
          <p:nvPr/>
        </p:nvGrpSpPr>
        <p:grpSpPr>
          <a:xfrm rot="2700000">
            <a:off x="8110383" y="1176747"/>
            <a:ext cx="204405" cy="690010"/>
            <a:chOff x="0" y="0"/>
            <a:chExt cx="494051" cy="166776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4051" cy="1667767"/>
            </a:xfrm>
            <a:custGeom>
              <a:avLst/>
              <a:gdLst/>
              <a:ahLst/>
              <a:cxnLst/>
              <a:rect l="l" t="t" r="r" b="b"/>
              <a:pathLst>
                <a:path w="494051" h="1667767">
                  <a:moveTo>
                    <a:pt x="247026" y="1667767"/>
                  </a:moveTo>
                  <a:lnTo>
                    <a:pt x="0" y="1261367"/>
                  </a:lnTo>
                  <a:lnTo>
                    <a:pt x="203200" y="1261367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1261367"/>
                  </a:lnTo>
                  <a:lnTo>
                    <a:pt x="494051" y="1261367"/>
                  </a:lnTo>
                  <a:lnTo>
                    <a:pt x="247026" y="166776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3200" y="-19050"/>
              <a:ext cx="87651" cy="15852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 rot="5400000">
            <a:off x="8003248" y="3102872"/>
            <a:ext cx="204405" cy="335239"/>
            <a:chOff x="0" y="0"/>
            <a:chExt cx="494051" cy="8102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94051" cy="810280"/>
            </a:xfrm>
            <a:custGeom>
              <a:avLst/>
              <a:gdLst/>
              <a:ahLst/>
              <a:cxnLst/>
              <a:rect l="l" t="t" r="r" b="b"/>
              <a:pathLst>
                <a:path w="494051" h="810280">
                  <a:moveTo>
                    <a:pt x="247026" y="810280"/>
                  </a:moveTo>
                  <a:lnTo>
                    <a:pt x="0" y="403880"/>
                  </a:lnTo>
                  <a:lnTo>
                    <a:pt x="203200" y="4038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403880"/>
                  </a:lnTo>
                  <a:lnTo>
                    <a:pt x="494051" y="403880"/>
                  </a:lnTo>
                  <a:lnTo>
                    <a:pt x="247026" y="8102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3200" y="-19050"/>
              <a:ext cx="87651" cy="7277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 rot="8212146">
            <a:off x="8080525" y="4791531"/>
            <a:ext cx="240990" cy="2310617"/>
            <a:chOff x="0" y="0"/>
            <a:chExt cx="523047" cy="501497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23047" cy="5014979"/>
            </a:xfrm>
            <a:custGeom>
              <a:avLst/>
              <a:gdLst/>
              <a:ahLst/>
              <a:cxnLst/>
              <a:rect l="l" t="t" r="r" b="b"/>
              <a:pathLst>
                <a:path w="523047" h="5014979">
                  <a:moveTo>
                    <a:pt x="261523" y="5014979"/>
                  </a:moveTo>
                  <a:lnTo>
                    <a:pt x="0" y="4608579"/>
                  </a:lnTo>
                  <a:lnTo>
                    <a:pt x="203200" y="4608579"/>
                  </a:lnTo>
                  <a:lnTo>
                    <a:pt x="203200" y="0"/>
                  </a:lnTo>
                  <a:lnTo>
                    <a:pt x="319847" y="0"/>
                  </a:lnTo>
                  <a:lnTo>
                    <a:pt x="319847" y="4608579"/>
                  </a:lnTo>
                  <a:lnTo>
                    <a:pt x="523047" y="4608579"/>
                  </a:lnTo>
                  <a:lnTo>
                    <a:pt x="261523" y="501497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3200" y="-19050"/>
              <a:ext cx="116647" cy="4932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27" name="Freeform 27"/>
          <p:cNvSpPr/>
          <p:nvPr/>
        </p:nvSpPr>
        <p:spPr>
          <a:xfrm>
            <a:off x="14749362" y="162879"/>
            <a:ext cx="2376011" cy="1731641"/>
          </a:xfrm>
          <a:custGeom>
            <a:avLst/>
            <a:gdLst/>
            <a:ahLst/>
            <a:cxnLst/>
            <a:rect l="l" t="t" r="r" b="b"/>
            <a:pathLst>
              <a:path w="2376011" h="1731641">
                <a:moveTo>
                  <a:pt x="0" y="0"/>
                </a:moveTo>
                <a:lnTo>
                  <a:pt x="2376011" y="0"/>
                </a:lnTo>
                <a:lnTo>
                  <a:pt x="2376011" y="1731642"/>
                </a:lnTo>
                <a:lnTo>
                  <a:pt x="0" y="173164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r="-2249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8" name="Freeform 28"/>
          <p:cNvSpPr/>
          <p:nvPr/>
        </p:nvSpPr>
        <p:spPr>
          <a:xfrm>
            <a:off x="13840052" y="1983571"/>
            <a:ext cx="2136250" cy="2158896"/>
          </a:xfrm>
          <a:custGeom>
            <a:avLst/>
            <a:gdLst/>
            <a:ahLst/>
            <a:cxnLst/>
            <a:rect l="l" t="t" r="r" b="b"/>
            <a:pathLst>
              <a:path w="2136250" h="2158896">
                <a:moveTo>
                  <a:pt x="0" y="0"/>
                </a:moveTo>
                <a:lnTo>
                  <a:pt x="2136250" y="0"/>
                </a:lnTo>
                <a:lnTo>
                  <a:pt x="2136250" y="2158897"/>
                </a:lnTo>
                <a:lnTo>
                  <a:pt x="0" y="215889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29" name="Group 29"/>
          <p:cNvGrpSpPr/>
          <p:nvPr/>
        </p:nvGrpSpPr>
        <p:grpSpPr>
          <a:xfrm rot="-5400000">
            <a:off x="12866634" y="-1047469"/>
            <a:ext cx="204405" cy="3377320"/>
            <a:chOff x="0" y="0"/>
            <a:chExt cx="494051" cy="816304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94051" cy="8163046"/>
            </a:xfrm>
            <a:custGeom>
              <a:avLst/>
              <a:gdLst/>
              <a:ahLst/>
              <a:cxnLst/>
              <a:rect l="l" t="t" r="r" b="b"/>
              <a:pathLst>
                <a:path w="494051" h="8163046">
                  <a:moveTo>
                    <a:pt x="247026" y="8163046"/>
                  </a:moveTo>
                  <a:lnTo>
                    <a:pt x="0" y="7756646"/>
                  </a:lnTo>
                  <a:lnTo>
                    <a:pt x="203200" y="7756646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7756646"/>
                  </a:lnTo>
                  <a:lnTo>
                    <a:pt x="494051" y="7756646"/>
                  </a:lnTo>
                  <a:lnTo>
                    <a:pt x="247026" y="816304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3200" y="-19050"/>
              <a:ext cx="87651" cy="80804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 rot="-3850067">
            <a:off x="12385196" y="101290"/>
            <a:ext cx="204405" cy="2592690"/>
            <a:chOff x="0" y="0"/>
            <a:chExt cx="494051" cy="626658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94051" cy="6266580"/>
            </a:xfrm>
            <a:custGeom>
              <a:avLst/>
              <a:gdLst/>
              <a:ahLst/>
              <a:cxnLst/>
              <a:rect l="l" t="t" r="r" b="b"/>
              <a:pathLst>
                <a:path w="494051" h="6266580">
                  <a:moveTo>
                    <a:pt x="247026" y="6266580"/>
                  </a:moveTo>
                  <a:lnTo>
                    <a:pt x="0" y="5860180"/>
                  </a:lnTo>
                  <a:lnTo>
                    <a:pt x="203200" y="58601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5860180"/>
                  </a:lnTo>
                  <a:lnTo>
                    <a:pt x="494051" y="5860180"/>
                  </a:lnTo>
                  <a:lnTo>
                    <a:pt x="247026" y="62665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3200" y="-19050"/>
              <a:ext cx="87651" cy="61840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14909591" y="7268680"/>
            <a:ext cx="2465306" cy="2797511"/>
          </a:xfrm>
          <a:custGeom>
            <a:avLst/>
            <a:gdLst/>
            <a:ahLst/>
            <a:cxnLst/>
            <a:rect l="l" t="t" r="r" b="b"/>
            <a:pathLst>
              <a:path w="2465306" h="2797511">
                <a:moveTo>
                  <a:pt x="0" y="0"/>
                </a:moveTo>
                <a:lnTo>
                  <a:pt x="2465306" y="0"/>
                </a:lnTo>
                <a:lnTo>
                  <a:pt x="2465306" y="2797511"/>
                </a:lnTo>
                <a:lnTo>
                  <a:pt x="0" y="27975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36" name="Group 36"/>
          <p:cNvGrpSpPr/>
          <p:nvPr/>
        </p:nvGrpSpPr>
        <p:grpSpPr>
          <a:xfrm rot="-5400000">
            <a:off x="12752750" y="7729557"/>
            <a:ext cx="231014" cy="3762211"/>
            <a:chOff x="0" y="0"/>
            <a:chExt cx="558366" cy="9093334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58366" cy="9093334"/>
            </a:xfrm>
            <a:custGeom>
              <a:avLst/>
              <a:gdLst/>
              <a:ahLst/>
              <a:cxnLst/>
              <a:rect l="l" t="t" r="r" b="b"/>
              <a:pathLst>
                <a:path w="558366" h="9093334">
                  <a:moveTo>
                    <a:pt x="279183" y="9093334"/>
                  </a:moveTo>
                  <a:lnTo>
                    <a:pt x="0" y="8686934"/>
                  </a:lnTo>
                  <a:lnTo>
                    <a:pt x="203200" y="8686934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8686934"/>
                  </a:lnTo>
                  <a:lnTo>
                    <a:pt x="558366" y="8686934"/>
                  </a:lnTo>
                  <a:lnTo>
                    <a:pt x="279183" y="909333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03200" y="-19050"/>
              <a:ext cx="151966" cy="90107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 rot="-61394">
            <a:off x="15335386" y="4319306"/>
            <a:ext cx="208347" cy="2683934"/>
            <a:chOff x="0" y="0"/>
            <a:chExt cx="503580" cy="648711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03580" cy="6487118"/>
            </a:xfrm>
            <a:custGeom>
              <a:avLst/>
              <a:gdLst/>
              <a:ahLst/>
              <a:cxnLst/>
              <a:rect l="l" t="t" r="r" b="b"/>
              <a:pathLst>
                <a:path w="503580" h="6487118">
                  <a:moveTo>
                    <a:pt x="251790" y="6487118"/>
                  </a:moveTo>
                  <a:lnTo>
                    <a:pt x="0" y="6080718"/>
                  </a:lnTo>
                  <a:lnTo>
                    <a:pt x="203200" y="6080718"/>
                  </a:lnTo>
                  <a:lnTo>
                    <a:pt x="203200" y="0"/>
                  </a:lnTo>
                  <a:lnTo>
                    <a:pt x="300380" y="0"/>
                  </a:lnTo>
                  <a:lnTo>
                    <a:pt x="300380" y="6080718"/>
                  </a:lnTo>
                  <a:lnTo>
                    <a:pt x="503580" y="6080718"/>
                  </a:lnTo>
                  <a:lnTo>
                    <a:pt x="251790" y="648711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3200" y="-19050"/>
              <a:ext cx="97180" cy="64045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 rot="-61394">
            <a:off x="16688631" y="2146759"/>
            <a:ext cx="204405" cy="4685166"/>
            <a:chOff x="0" y="0"/>
            <a:chExt cx="494051" cy="11324135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94051" cy="11324135"/>
            </a:xfrm>
            <a:custGeom>
              <a:avLst/>
              <a:gdLst/>
              <a:ahLst/>
              <a:cxnLst/>
              <a:rect l="l" t="t" r="r" b="b"/>
              <a:pathLst>
                <a:path w="494051" h="11324135">
                  <a:moveTo>
                    <a:pt x="247026" y="11324135"/>
                  </a:moveTo>
                  <a:lnTo>
                    <a:pt x="0" y="10917735"/>
                  </a:lnTo>
                  <a:lnTo>
                    <a:pt x="203200" y="10917735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10917735"/>
                  </a:lnTo>
                  <a:lnTo>
                    <a:pt x="494051" y="10917735"/>
                  </a:lnTo>
                  <a:lnTo>
                    <a:pt x="247026" y="113241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3200" y="-19050"/>
              <a:ext cx="87651" cy="11241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45" name="Freeform 45"/>
          <p:cNvSpPr/>
          <p:nvPr/>
        </p:nvSpPr>
        <p:spPr>
          <a:xfrm>
            <a:off x="11747278" y="4434332"/>
            <a:ext cx="2140399" cy="4768958"/>
          </a:xfrm>
          <a:custGeom>
            <a:avLst/>
            <a:gdLst/>
            <a:ahLst/>
            <a:cxnLst/>
            <a:rect l="l" t="t" r="r" b="b"/>
            <a:pathLst>
              <a:path w="2140399" h="4768958">
                <a:moveTo>
                  <a:pt x="0" y="0"/>
                </a:moveTo>
                <a:lnTo>
                  <a:pt x="2140399" y="0"/>
                </a:lnTo>
                <a:lnTo>
                  <a:pt x="2140399" y="4768958"/>
                </a:lnTo>
                <a:lnTo>
                  <a:pt x="0" y="476895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46" name="Group 46"/>
          <p:cNvGrpSpPr/>
          <p:nvPr/>
        </p:nvGrpSpPr>
        <p:grpSpPr>
          <a:xfrm rot="-5400000">
            <a:off x="11251708" y="4650145"/>
            <a:ext cx="231014" cy="511343"/>
            <a:chOff x="0" y="0"/>
            <a:chExt cx="558366" cy="123592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558366" cy="1235924"/>
            </a:xfrm>
            <a:custGeom>
              <a:avLst/>
              <a:gdLst/>
              <a:ahLst/>
              <a:cxnLst/>
              <a:rect l="l" t="t" r="r" b="b"/>
              <a:pathLst>
                <a:path w="558366" h="1235924">
                  <a:moveTo>
                    <a:pt x="279183" y="1235924"/>
                  </a:moveTo>
                  <a:lnTo>
                    <a:pt x="0" y="829524"/>
                  </a:lnTo>
                  <a:lnTo>
                    <a:pt x="203200" y="829524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829524"/>
                  </a:lnTo>
                  <a:lnTo>
                    <a:pt x="558366" y="829524"/>
                  </a:lnTo>
                  <a:lnTo>
                    <a:pt x="279183" y="12359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03200" y="-19050"/>
              <a:ext cx="151966" cy="1153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 rot="-5400000">
            <a:off x="11173205" y="7274730"/>
            <a:ext cx="231014" cy="603122"/>
            <a:chOff x="0" y="0"/>
            <a:chExt cx="558366" cy="1457757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558366" cy="1457757"/>
            </a:xfrm>
            <a:custGeom>
              <a:avLst/>
              <a:gdLst/>
              <a:ahLst/>
              <a:cxnLst/>
              <a:rect l="l" t="t" r="r" b="b"/>
              <a:pathLst>
                <a:path w="558366" h="1457757">
                  <a:moveTo>
                    <a:pt x="279183" y="1457757"/>
                  </a:moveTo>
                  <a:lnTo>
                    <a:pt x="0" y="1051357"/>
                  </a:lnTo>
                  <a:lnTo>
                    <a:pt x="203200" y="1051357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1051357"/>
                  </a:lnTo>
                  <a:lnTo>
                    <a:pt x="558366" y="1051357"/>
                  </a:lnTo>
                  <a:lnTo>
                    <a:pt x="279183" y="145775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3200" y="-19050"/>
              <a:ext cx="151966" cy="1375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 rot="5400000">
            <a:off x="14259314" y="7541735"/>
            <a:ext cx="231014" cy="834734"/>
            <a:chOff x="0" y="0"/>
            <a:chExt cx="558366" cy="2017569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558366" cy="2017569"/>
            </a:xfrm>
            <a:custGeom>
              <a:avLst/>
              <a:gdLst/>
              <a:ahLst/>
              <a:cxnLst/>
              <a:rect l="l" t="t" r="r" b="b"/>
              <a:pathLst>
                <a:path w="558366" h="2017569">
                  <a:moveTo>
                    <a:pt x="279183" y="2017569"/>
                  </a:moveTo>
                  <a:lnTo>
                    <a:pt x="0" y="1611169"/>
                  </a:lnTo>
                  <a:lnTo>
                    <a:pt x="203200" y="1611169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1611169"/>
                  </a:lnTo>
                  <a:lnTo>
                    <a:pt x="558366" y="1611169"/>
                  </a:lnTo>
                  <a:lnTo>
                    <a:pt x="279183" y="201756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03200" y="-19050"/>
              <a:ext cx="151966" cy="19350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5" name="Freeform 55"/>
          <p:cNvSpPr/>
          <p:nvPr/>
        </p:nvSpPr>
        <p:spPr>
          <a:xfrm>
            <a:off x="8379096" y="1899536"/>
            <a:ext cx="2608055" cy="3701756"/>
          </a:xfrm>
          <a:custGeom>
            <a:avLst/>
            <a:gdLst/>
            <a:ahLst/>
            <a:cxnLst/>
            <a:rect l="l" t="t" r="r" b="b"/>
            <a:pathLst>
              <a:path w="2608055" h="3701756">
                <a:moveTo>
                  <a:pt x="0" y="0"/>
                </a:moveTo>
                <a:lnTo>
                  <a:pt x="2608056" y="0"/>
                </a:lnTo>
                <a:lnTo>
                  <a:pt x="2608056" y="3701756"/>
                </a:lnTo>
                <a:lnTo>
                  <a:pt x="0" y="370175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6" name="TextBox 56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12517" y="918729"/>
            <a:ext cx="2690935" cy="1144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13308" y="823034"/>
            <a:ext cx="19354610" cy="1461811"/>
            <a:chOff x="0" y="0"/>
            <a:chExt cx="1876002" cy="1416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76002" cy="141690"/>
            </a:xfrm>
            <a:custGeom>
              <a:avLst/>
              <a:gdLst/>
              <a:ahLst/>
              <a:cxnLst/>
              <a:rect l="l" t="t" r="r" b="b"/>
              <a:pathLst>
                <a:path w="1876002" h="141690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4853" y="3463438"/>
            <a:ext cx="5008014" cy="862374"/>
            <a:chOff x="0" y="-624"/>
            <a:chExt cx="1164415" cy="2005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64415" cy="199887"/>
            </a:xfrm>
            <a:custGeom>
              <a:avLst/>
              <a:gdLst/>
              <a:ahLst/>
              <a:cxnLst/>
              <a:rect l="l" t="t" r="r" b="b"/>
              <a:pathLst>
                <a:path w="1164415" h="199887">
                  <a:moveTo>
                    <a:pt x="0" y="0"/>
                  </a:moveTo>
                  <a:lnTo>
                    <a:pt x="1164415" y="0"/>
                  </a:lnTo>
                  <a:lnTo>
                    <a:pt x="1164415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624"/>
              <a:ext cx="1164415" cy="200511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</a:t>
              </a: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APLICACIÓN</a:t>
              </a: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</a:t>
              </a: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  <a:endParaRPr lang="en-US" sz="2981" b="1" spc="29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540893" y="3279111"/>
            <a:ext cx="5686178" cy="1325286"/>
            <a:chOff x="0" y="0"/>
            <a:chExt cx="1322095" cy="30814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22095" cy="308143"/>
            </a:xfrm>
            <a:custGeom>
              <a:avLst/>
              <a:gdLst/>
              <a:ahLst/>
              <a:cxnLst/>
              <a:rect l="l" t="t" r="r" b="b"/>
              <a:pathLst>
                <a:path w="1322095" h="308143">
                  <a:moveTo>
                    <a:pt x="0" y="0"/>
                  </a:moveTo>
                  <a:lnTo>
                    <a:pt x="1322095" y="0"/>
                  </a:lnTo>
                  <a:lnTo>
                    <a:pt x="132209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42858"/>
              <a:ext cx="1322095" cy="26528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</a:t>
              </a: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EN LA NUBE (BaaS)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13954" y="3463438"/>
            <a:ext cx="4811567" cy="862374"/>
            <a:chOff x="-7709" y="-624"/>
            <a:chExt cx="1118739" cy="20051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1030" cy="199887"/>
            </a:xfrm>
            <a:custGeom>
              <a:avLst/>
              <a:gdLst/>
              <a:ahLst/>
              <a:cxnLst/>
              <a:rect l="l" t="t" r="r" b="b"/>
              <a:pathLst>
                <a:path w="1111030" h="199887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-7709" y="-624"/>
              <a:ext cx="1111030" cy="199887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52677" y="5143500"/>
            <a:ext cx="5052366" cy="4114800"/>
            <a:chOff x="0" y="0"/>
            <a:chExt cx="1174727" cy="95673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74728" cy="956734"/>
            </a:xfrm>
            <a:custGeom>
              <a:avLst/>
              <a:gdLst/>
              <a:ahLst/>
              <a:cxnLst/>
              <a:rect l="l" t="t" r="r" b="b"/>
              <a:pathLst>
                <a:path w="1174728" h="956734">
                  <a:moveTo>
                    <a:pt x="0" y="0"/>
                  </a:moveTo>
                  <a:lnTo>
                    <a:pt x="1174728" y="0"/>
                  </a:lnTo>
                  <a:lnTo>
                    <a:pt x="1174728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460334" y="5303959"/>
            <a:ext cx="1896941" cy="1896941"/>
          </a:xfrm>
          <a:custGeom>
            <a:avLst/>
            <a:gdLst/>
            <a:ahLst/>
            <a:cxnLst/>
            <a:rect l="l" t="t" r="r" b="b"/>
            <a:pathLst>
              <a:path w="1896941" h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18" name="Group 18"/>
          <p:cNvGrpSpPr/>
          <p:nvPr/>
        </p:nvGrpSpPr>
        <p:grpSpPr>
          <a:xfrm>
            <a:off x="6540893" y="5143500"/>
            <a:ext cx="5665497" cy="4114800"/>
            <a:chOff x="0" y="0"/>
            <a:chExt cx="1317287" cy="95673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317287" cy="956734"/>
            </a:xfrm>
            <a:custGeom>
              <a:avLst/>
              <a:gdLst/>
              <a:ahLst/>
              <a:cxnLst/>
              <a:rect l="l" t="t" r="r" b="b"/>
              <a:pathLst>
                <a:path w="1317287" h="956734">
                  <a:moveTo>
                    <a:pt x="0" y="0"/>
                  </a:moveTo>
                  <a:lnTo>
                    <a:pt x="1317287" y="0"/>
                  </a:lnTo>
                  <a:lnTo>
                    <a:pt x="1317287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76200"/>
              <a:ext cx="1317287" cy="1032934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152242" y="6132173"/>
            <a:ext cx="2071830" cy="2137454"/>
          </a:xfrm>
          <a:custGeom>
            <a:avLst/>
            <a:gdLst/>
            <a:ahLst/>
            <a:cxnLst/>
            <a:rect l="l" t="t" r="r" b="b"/>
            <a:pathLst>
              <a:path w="2071830" h="2137454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2" name="Freeform 22"/>
          <p:cNvSpPr/>
          <p:nvPr/>
        </p:nvSpPr>
        <p:spPr>
          <a:xfrm>
            <a:off x="9538397" y="5969473"/>
            <a:ext cx="2300154" cy="2300154"/>
          </a:xfrm>
          <a:custGeom>
            <a:avLst/>
            <a:gdLst/>
            <a:ahLst/>
            <a:cxnLst/>
            <a:rect l="l" t="t" r="r" b="b"/>
            <a:pathLst>
              <a:path w="2300154" h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23" name="Group 23"/>
          <p:cNvGrpSpPr/>
          <p:nvPr/>
        </p:nvGrpSpPr>
        <p:grpSpPr>
          <a:xfrm>
            <a:off x="13147110" y="5062150"/>
            <a:ext cx="4778411" cy="4114800"/>
            <a:chOff x="0" y="0"/>
            <a:chExt cx="1111030" cy="95673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111030" cy="956734"/>
            </a:xfrm>
            <a:custGeom>
              <a:avLst/>
              <a:gdLst/>
              <a:ahLst/>
              <a:cxnLst/>
              <a:rect l="l" t="t" r="r" b="b"/>
              <a:pathLst>
                <a:path w="1111030" h="956734">
                  <a:moveTo>
                    <a:pt x="0" y="0"/>
                  </a:moveTo>
                  <a:lnTo>
                    <a:pt x="1111030" y="0"/>
                  </a:lnTo>
                  <a:lnTo>
                    <a:pt x="1111030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13292160" y="5317149"/>
            <a:ext cx="4388901" cy="1623893"/>
          </a:xfrm>
          <a:custGeom>
            <a:avLst/>
            <a:gdLst/>
            <a:ahLst/>
            <a:cxnLst/>
            <a:rect l="l" t="t" r="r" b="b"/>
            <a:pathLst>
              <a:path w="4388901" h="1623893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7" name="Freeform 27"/>
          <p:cNvSpPr/>
          <p:nvPr/>
        </p:nvSpPr>
        <p:spPr>
          <a:xfrm>
            <a:off x="13568872" y="7220355"/>
            <a:ext cx="4112190" cy="1956595"/>
          </a:xfrm>
          <a:custGeom>
            <a:avLst/>
            <a:gdLst/>
            <a:ahLst/>
            <a:cxnLst/>
            <a:rect l="l" t="t" r="r" b="b"/>
            <a:pathLst>
              <a:path w="4112190" h="1956595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8339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8" name="Freeform 28"/>
          <p:cNvSpPr/>
          <p:nvPr/>
        </p:nvSpPr>
        <p:spPr>
          <a:xfrm>
            <a:off x="721964" y="7609486"/>
            <a:ext cx="2156896" cy="1320282"/>
          </a:xfrm>
          <a:custGeom>
            <a:avLst/>
            <a:gdLst/>
            <a:ahLst/>
            <a:cxnLst/>
            <a:rect l="l" t="t" r="r" b="b"/>
            <a:pathLst>
              <a:path w="2156896" h="1320282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9" name="Freeform 29"/>
          <p:cNvSpPr/>
          <p:nvPr/>
        </p:nvSpPr>
        <p:spPr>
          <a:xfrm>
            <a:off x="3196508" y="5756930"/>
            <a:ext cx="1660848" cy="1660848"/>
          </a:xfrm>
          <a:custGeom>
            <a:avLst/>
            <a:gdLst/>
            <a:ahLst/>
            <a:cxnLst/>
            <a:rect l="l" t="t" r="r" b="b"/>
            <a:pathLst>
              <a:path w="1660848" h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30" name="Group 30"/>
          <p:cNvGrpSpPr/>
          <p:nvPr/>
        </p:nvGrpSpPr>
        <p:grpSpPr>
          <a:xfrm>
            <a:off x="5500146" y="6661244"/>
            <a:ext cx="869445" cy="539656"/>
            <a:chOff x="0" y="0"/>
            <a:chExt cx="736600" cy="457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36600" cy="457200"/>
            </a:xfrm>
            <a:custGeom>
              <a:avLst/>
              <a:gdLst/>
              <a:ahLst/>
              <a:cxnLst/>
              <a:rect l="l" t="t" r="r" b="b"/>
              <a:pathLst>
                <a:path w="736600" h="4572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647700" cy="533400"/>
            </a:xfrm>
            <a:custGeom>
              <a:avLst/>
              <a:gdLst/>
              <a:ahLst/>
              <a:cxnLst/>
              <a:rect l="l" t="t" r="r" b="b"/>
              <a:pathLst>
                <a:path w="647700" h="5334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87589" y="1117644"/>
            <a:ext cx="10250962" cy="79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STACK TECNOLÓGICO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227072" y="6376255"/>
            <a:ext cx="899357" cy="272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sz="738" b="1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485190" y="6376255"/>
            <a:ext cx="899357" cy="272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sz="738" b="1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13308" y="628226"/>
            <a:ext cx="19354610" cy="2018746"/>
            <a:chOff x="0" y="0"/>
            <a:chExt cx="1876002" cy="1956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76002" cy="195673"/>
            </a:xfrm>
            <a:custGeom>
              <a:avLst/>
              <a:gdLst/>
              <a:ahLst/>
              <a:cxnLst/>
              <a:rect l="l" t="t" r="r" b="b"/>
              <a:pathLst>
                <a:path w="1876002" h="195673">
                  <a:moveTo>
                    <a:pt x="1672802" y="0"/>
                  </a:moveTo>
                  <a:lnTo>
                    <a:pt x="0" y="0"/>
                  </a:lnTo>
                  <a:lnTo>
                    <a:pt x="203200" y="195673"/>
                  </a:lnTo>
                  <a:lnTo>
                    <a:pt x="1876002" y="195673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1600" y="-19050"/>
              <a:ext cx="1672802" cy="2147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48207" y="3230295"/>
            <a:ext cx="4068484" cy="1325286"/>
            <a:chOff x="0" y="0"/>
            <a:chExt cx="945965" cy="30814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45965" cy="308143"/>
            </a:xfrm>
            <a:custGeom>
              <a:avLst/>
              <a:gdLst/>
              <a:ahLst/>
              <a:cxnLst/>
              <a:rect l="l" t="t" r="r" b="b"/>
              <a:pathLst>
                <a:path w="945965" h="308143">
                  <a:moveTo>
                    <a:pt x="0" y="0"/>
                  </a:moveTo>
                  <a:lnTo>
                    <a:pt x="945965" y="0"/>
                  </a:lnTo>
                  <a:lnTo>
                    <a:pt x="94596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0"/>
              <a:ext cx="945965" cy="308143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Asistente</a:t>
              </a: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virtual contextual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1385" y="3230295"/>
            <a:ext cx="4695526" cy="1325286"/>
            <a:chOff x="0" y="0"/>
            <a:chExt cx="1091759" cy="30814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91759" cy="308143"/>
            </a:xfrm>
            <a:custGeom>
              <a:avLst/>
              <a:gdLst/>
              <a:ahLst/>
              <a:cxnLst/>
              <a:rect l="l" t="t" r="r" b="b"/>
              <a:pathLst>
                <a:path w="1091759" h="308143">
                  <a:moveTo>
                    <a:pt x="0" y="0"/>
                  </a:moveTo>
                  <a:lnTo>
                    <a:pt x="1091759" y="0"/>
                  </a:lnTo>
                  <a:lnTo>
                    <a:pt x="1091759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0"/>
              <a:ext cx="1091759" cy="308143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Alertas</a:t>
              </a: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en </a:t>
              </a: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tiempo</a:t>
              </a: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real </a:t>
              </a: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mediante</a:t>
              </a: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Bot API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1852097" y="3230291"/>
            <a:ext cx="4778411" cy="859694"/>
            <a:chOff x="0" y="-1"/>
            <a:chExt cx="1111030" cy="19988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1030" cy="199887"/>
            </a:xfrm>
            <a:custGeom>
              <a:avLst/>
              <a:gdLst/>
              <a:ahLst/>
              <a:cxnLst/>
              <a:rect l="l" t="t" r="r" b="b"/>
              <a:pathLst>
                <a:path w="1111030" h="199887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"/>
              <a:ext cx="1111030" cy="199888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r>
                <a:rPr lang="en-US" sz="2981" b="1" spc="29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Seguridad </a:t>
              </a:r>
              <a:r>
                <a:rPr lang="en-US" sz="2981" b="1" spc="29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Avanzada</a:t>
              </a:r>
              <a:endParaRPr lang="en-US" sz="2981" b="1" spc="29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27068" y="5143500"/>
            <a:ext cx="4710763" cy="3386070"/>
            <a:chOff x="0" y="0"/>
            <a:chExt cx="1095301" cy="78729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95301" cy="787296"/>
            </a:xfrm>
            <a:custGeom>
              <a:avLst/>
              <a:gdLst/>
              <a:ahLst/>
              <a:cxnLst/>
              <a:rect l="l" t="t" r="r" b="b"/>
              <a:pathLst>
                <a:path w="1095301" h="787296">
                  <a:moveTo>
                    <a:pt x="0" y="0"/>
                  </a:moveTo>
                  <a:lnTo>
                    <a:pt x="1095301" y="0"/>
                  </a:lnTo>
                  <a:lnTo>
                    <a:pt x="1095301" y="787296"/>
                  </a:lnTo>
                  <a:lnTo>
                    <a:pt x="0" y="78729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1095301" cy="863496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257649" y="5138904"/>
            <a:ext cx="4739262" cy="3390666"/>
            <a:chOff x="0" y="0"/>
            <a:chExt cx="1101928" cy="78836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01928" cy="788365"/>
            </a:xfrm>
            <a:custGeom>
              <a:avLst/>
              <a:gdLst/>
              <a:ahLst/>
              <a:cxnLst/>
              <a:rect l="l" t="t" r="r" b="b"/>
              <a:pathLst>
                <a:path w="1101928" h="788365">
                  <a:moveTo>
                    <a:pt x="0" y="0"/>
                  </a:moveTo>
                  <a:lnTo>
                    <a:pt x="1101928" y="0"/>
                  </a:lnTo>
                  <a:lnTo>
                    <a:pt x="1101928" y="788365"/>
                  </a:lnTo>
                  <a:lnTo>
                    <a:pt x="0" y="78836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76200"/>
              <a:ext cx="1101928" cy="86456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342878" y="4555577"/>
            <a:ext cx="3600017" cy="909837"/>
            <a:chOff x="0" y="-1"/>
            <a:chExt cx="837041" cy="21154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37041" cy="211545"/>
            </a:xfrm>
            <a:custGeom>
              <a:avLst/>
              <a:gdLst/>
              <a:ahLst/>
              <a:cxnLst/>
              <a:rect l="l" t="t" r="r" b="b"/>
              <a:pathLst>
                <a:path w="837041" h="211545">
                  <a:moveTo>
                    <a:pt x="0" y="0"/>
                  </a:moveTo>
                  <a:lnTo>
                    <a:pt x="837041" y="0"/>
                  </a:lnTo>
                  <a:lnTo>
                    <a:pt x="837041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"/>
              <a:ext cx="837041" cy="21154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760"/>
                </a:lnSpc>
                <a:spcBef>
                  <a:spcPct val="0"/>
                </a:spcBef>
              </a:pPr>
              <a:r>
                <a:rPr lang="en-US" sz="2000" b="1" spc="20" dirty="0" err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Verificación</a:t>
              </a:r>
              <a:r>
                <a:rPr lang="en-US" sz="2000" b="1" spc="20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de Identidad (Proof of Ownership)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239792" y="5010491"/>
            <a:ext cx="3861894" cy="909837"/>
            <a:chOff x="0" y="-1"/>
            <a:chExt cx="897930" cy="21154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97930" cy="211545"/>
            </a:xfrm>
            <a:custGeom>
              <a:avLst/>
              <a:gdLst/>
              <a:ahLst/>
              <a:cxnLst/>
              <a:rect l="l" t="t" r="r" b="b"/>
              <a:pathLst>
                <a:path w="897930" h="211545">
                  <a:moveTo>
                    <a:pt x="0" y="0"/>
                  </a:moveTo>
                  <a:lnTo>
                    <a:pt x="897930" y="0"/>
                  </a:lnTo>
                  <a:lnTo>
                    <a:pt x="897930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"/>
              <a:ext cx="897930" cy="21154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760"/>
                </a:lnSpc>
                <a:spcBef>
                  <a:spcPct val="0"/>
                </a:spcBef>
              </a:pPr>
              <a:r>
                <a:rPr lang="en-US" sz="2000" b="1" spc="20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MFA (Multi-Factor Authentication)</a:t>
              </a:r>
            </a:p>
          </p:txBody>
        </p:sp>
      </p:grpSp>
      <p:sp>
        <p:nvSpPr>
          <p:cNvPr id="26" name="Freeform 26"/>
          <p:cNvSpPr/>
          <p:nvPr/>
        </p:nvSpPr>
        <p:spPr>
          <a:xfrm>
            <a:off x="1573972" y="5773408"/>
            <a:ext cx="2016955" cy="2016955"/>
          </a:xfrm>
          <a:custGeom>
            <a:avLst/>
            <a:gdLst/>
            <a:ahLst/>
            <a:cxnLst/>
            <a:rect l="l" t="t" r="r" b="b"/>
            <a:pathLst>
              <a:path w="2016955" h="2016955">
                <a:moveTo>
                  <a:pt x="0" y="0"/>
                </a:moveTo>
                <a:lnTo>
                  <a:pt x="2016955" y="0"/>
                </a:lnTo>
                <a:lnTo>
                  <a:pt x="2016955" y="2016955"/>
                </a:lnTo>
                <a:lnTo>
                  <a:pt x="0" y="2016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7" name="Freeform 27"/>
          <p:cNvSpPr/>
          <p:nvPr/>
        </p:nvSpPr>
        <p:spPr>
          <a:xfrm>
            <a:off x="6835215" y="5863138"/>
            <a:ext cx="1927226" cy="1927226"/>
          </a:xfrm>
          <a:custGeom>
            <a:avLst/>
            <a:gdLst/>
            <a:ahLst/>
            <a:cxnLst/>
            <a:rect l="l" t="t" r="r" b="b"/>
            <a:pathLst>
              <a:path w="1927226" h="1927226">
                <a:moveTo>
                  <a:pt x="0" y="0"/>
                </a:moveTo>
                <a:lnTo>
                  <a:pt x="1927226" y="0"/>
                </a:lnTo>
                <a:lnTo>
                  <a:pt x="1927226" y="1927225"/>
                </a:lnTo>
                <a:lnTo>
                  <a:pt x="0" y="19272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28" name="Group 28"/>
          <p:cNvGrpSpPr/>
          <p:nvPr/>
        </p:nvGrpSpPr>
        <p:grpSpPr>
          <a:xfrm>
            <a:off x="10388880" y="5673158"/>
            <a:ext cx="3508012" cy="2856412"/>
            <a:chOff x="0" y="0"/>
            <a:chExt cx="815649" cy="66414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5649" cy="664145"/>
            </a:xfrm>
            <a:custGeom>
              <a:avLst/>
              <a:gdLst/>
              <a:ahLst/>
              <a:cxnLst/>
              <a:rect l="l" t="t" r="r" b="b"/>
              <a:pathLst>
                <a:path w="815649" h="664145">
                  <a:moveTo>
                    <a:pt x="0" y="0"/>
                  </a:moveTo>
                  <a:lnTo>
                    <a:pt x="815649" y="0"/>
                  </a:lnTo>
                  <a:lnTo>
                    <a:pt x="815649" y="664145"/>
                  </a:lnTo>
                  <a:lnTo>
                    <a:pt x="0" y="66414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76200"/>
              <a:ext cx="815649" cy="740345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287417" y="6128119"/>
            <a:ext cx="3766644" cy="2401451"/>
            <a:chOff x="0" y="0"/>
            <a:chExt cx="875784" cy="55836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5784" cy="558362"/>
            </a:xfrm>
            <a:custGeom>
              <a:avLst/>
              <a:gdLst/>
              <a:ahLst/>
              <a:cxnLst/>
              <a:rect l="l" t="t" r="r" b="b"/>
              <a:pathLst>
                <a:path w="875784" h="558362">
                  <a:moveTo>
                    <a:pt x="0" y="0"/>
                  </a:moveTo>
                  <a:lnTo>
                    <a:pt x="875784" y="0"/>
                  </a:lnTo>
                  <a:lnTo>
                    <a:pt x="875784" y="558362"/>
                  </a:lnTo>
                  <a:lnTo>
                    <a:pt x="0" y="55836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76200"/>
              <a:ext cx="875784" cy="63456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411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4358666" y="6300917"/>
            <a:ext cx="3624146" cy="1801066"/>
          </a:xfrm>
          <a:custGeom>
            <a:avLst/>
            <a:gdLst/>
            <a:ahLst/>
            <a:cxnLst/>
            <a:rect l="l" t="t" r="r" b="b"/>
            <a:pathLst>
              <a:path w="3624146" h="1801066">
                <a:moveTo>
                  <a:pt x="0" y="0"/>
                </a:moveTo>
                <a:lnTo>
                  <a:pt x="3624146" y="0"/>
                </a:lnTo>
                <a:lnTo>
                  <a:pt x="3624146" y="1801067"/>
                </a:lnTo>
                <a:lnTo>
                  <a:pt x="0" y="1801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1816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5" name="Freeform 35"/>
          <p:cNvSpPr/>
          <p:nvPr/>
        </p:nvSpPr>
        <p:spPr>
          <a:xfrm>
            <a:off x="10783786" y="5940983"/>
            <a:ext cx="2788006" cy="2161001"/>
          </a:xfrm>
          <a:custGeom>
            <a:avLst/>
            <a:gdLst/>
            <a:ahLst/>
            <a:cxnLst/>
            <a:rect l="l" t="t" r="r" b="b"/>
            <a:pathLst>
              <a:path w="2788006" h="2161001">
                <a:moveTo>
                  <a:pt x="0" y="0"/>
                </a:moveTo>
                <a:lnTo>
                  <a:pt x="2788006" y="0"/>
                </a:lnTo>
                <a:lnTo>
                  <a:pt x="2788006" y="2161001"/>
                </a:lnTo>
                <a:lnTo>
                  <a:pt x="0" y="21610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773" r="-24783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6" name="TextBox 36"/>
          <p:cNvSpPr txBox="1"/>
          <p:nvPr/>
        </p:nvSpPr>
        <p:spPr>
          <a:xfrm>
            <a:off x="1274388" y="786966"/>
            <a:ext cx="9932477" cy="1625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INTEGRACIONES Y SEGURIDAD AVANZADA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57312" y="1028700"/>
            <a:ext cx="15591759" cy="8229600"/>
            <a:chOff x="0" y="0"/>
            <a:chExt cx="4106471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06471" cy="2167467"/>
            </a:xfrm>
            <a:custGeom>
              <a:avLst/>
              <a:gdLst/>
              <a:ahLst/>
              <a:cxnLst/>
              <a:rect l="l" t="t" r="r" b="b"/>
              <a:pathLst>
                <a:path w="4106471" h="2167467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2553248" y="3332230"/>
            <a:ext cx="1516533" cy="1254586"/>
          </a:xfrm>
          <a:custGeom>
            <a:avLst/>
            <a:gdLst/>
            <a:ahLst/>
            <a:cxnLst/>
            <a:rect l="l" t="t" r="r" b="b"/>
            <a:pathLst>
              <a:path w="1516533" h="1254586">
                <a:moveTo>
                  <a:pt x="0" y="0"/>
                </a:moveTo>
                <a:lnTo>
                  <a:pt x="1516533" y="0"/>
                </a:lnTo>
                <a:lnTo>
                  <a:pt x="1516533" y="1254586"/>
                </a:lnTo>
                <a:lnTo>
                  <a:pt x="0" y="12545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6327691" y="3192904"/>
            <a:ext cx="1150967" cy="1559919"/>
          </a:xfrm>
          <a:custGeom>
            <a:avLst/>
            <a:gdLst/>
            <a:ahLst/>
            <a:cxnLst/>
            <a:rect l="l" t="t" r="r" b="b"/>
            <a:pathLst>
              <a:path w="1150967" h="1559919">
                <a:moveTo>
                  <a:pt x="0" y="0"/>
                </a:moveTo>
                <a:lnTo>
                  <a:pt x="1150967" y="0"/>
                </a:lnTo>
                <a:lnTo>
                  <a:pt x="1150967" y="1559919"/>
                </a:lnTo>
                <a:lnTo>
                  <a:pt x="0" y="15599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9931760" y="3498338"/>
            <a:ext cx="1635151" cy="1088119"/>
          </a:xfrm>
          <a:custGeom>
            <a:avLst/>
            <a:gdLst/>
            <a:ahLst/>
            <a:cxnLst/>
            <a:rect l="l" t="t" r="r" b="b"/>
            <a:pathLst>
              <a:path w="1635151" h="1088119">
                <a:moveTo>
                  <a:pt x="0" y="0"/>
                </a:moveTo>
                <a:lnTo>
                  <a:pt x="1635151" y="0"/>
                </a:lnTo>
                <a:lnTo>
                  <a:pt x="1635151" y="1088119"/>
                </a:lnTo>
                <a:lnTo>
                  <a:pt x="0" y="1088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14020014" y="3331972"/>
            <a:ext cx="1433886" cy="1420851"/>
          </a:xfrm>
          <a:custGeom>
            <a:avLst/>
            <a:gdLst/>
            <a:ahLst/>
            <a:cxnLst/>
            <a:rect l="l" t="t" r="r" b="b"/>
            <a:pathLst>
              <a:path w="1433886" h="1420851">
                <a:moveTo>
                  <a:pt x="0" y="0"/>
                </a:moveTo>
                <a:lnTo>
                  <a:pt x="1433887" y="0"/>
                </a:lnTo>
                <a:lnTo>
                  <a:pt x="1433887" y="1420851"/>
                </a:lnTo>
                <a:lnTo>
                  <a:pt x="0" y="1420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TextBox 9"/>
          <p:cNvSpPr txBox="1"/>
          <p:nvPr/>
        </p:nvSpPr>
        <p:spPr>
          <a:xfrm>
            <a:off x="13156807" y="5310623"/>
            <a:ext cx="3351392" cy="2559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b="1" spc="196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Inteligente.</a:t>
            </a:r>
          </a:p>
          <a:p>
            <a:pPr algn="l">
              <a:lnSpc>
                <a:spcPts val="220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0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0" lvl="0" indent="0" algn="l">
              <a:lnSpc>
                <a:spcPts val="2207"/>
              </a:lnSpc>
              <a:spcBef>
                <a:spcPct val="0"/>
              </a:spcBef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830917" y="1754882"/>
            <a:ext cx="10906040" cy="79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548"/>
              </a:lnSpc>
              <a:spcBef>
                <a:spcPct val="0"/>
              </a:spcBef>
            </a:pPr>
            <a:r>
              <a:rPr lang="en-US" sz="4745" b="1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37915" y="5310623"/>
            <a:ext cx="2970137" cy="3111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999" b="1" spc="195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 (como Stripe o PayPal).</a:t>
            </a:r>
          </a:p>
          <a:p>
            <a:pPr algn="l">
              <a:lnSpc>
                <a:spcPts val="2208"/>
              </a:lnSpc>
            </a:pPr>
            <a:endParaRPr lang="en-US" sz="1999" b="1" spc="195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08"/>
              </a:lnSpc>
            </a:pPr>
            <a:endParaRPr lang="en-US" sz="1999" b="1" spc="195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08"/>
              </a:lnSpc>
            </a:pPr>
            <a:endParaRPr lang="en-US" sz="1999" b="1" spc="195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08"/>
              </a:lnSpc>
            </a:pPr>
            <a:endParaRPr lang="en-US" sz="1999" b="1" spc="195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0" lvl="0" indent="0" algn="l">
              <a:lnSpc>
                <a:spcPts val="2208"/>
              </a:lnSpc>
              <a:spcBef>
                <a:spcPct val="0"/>
              </a:spcBef>
            </a:pPr>
            <a:endParaRPr lang="en-US" sz="1999" b="1" spc="195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446905" y="5310623"/>
            <a:ext cx="3440283" cy="3454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b="1" spc="196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  Los usuarios podrán leer las reseñas de otros clientes sobre un servicio y/o empresa.</a:t>
            </a:r>
          </a:p>
          <a:p>
            <a:pPr algn="l">
              <a:lnSpc>
                <a:spcPts val="224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4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4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4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0" lvl="0" indent="0" algn="l">
              <a:lnSpc>
                <a:spcPts val="2247"/>
              </a:lnSpc>
              <a:spcBef>
                <a:spcPct val="0"/>
              </a:spcBef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430113" y="5310623"/>
            <a:ext cx="3336395" cy="3178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b="1" spc="196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 integrado directamente en el chat de la aplicación.</a:t>
            </a:r>
          </a:p>
          <a:p>
            <a:pPr algn="l">
              <a:lnSpc>
                <a:spcPts val="220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0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2207"/>
              </a:lnSpc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0" lvl="0" indent="0" algn="l">
              <a:lnSpc>
                <a:spcPts val="2207"/>
              </a:lnSpc>
              <a:spcBef>
                <a:spcPct val="0"/>
              </a:spcBef>
            </a:pPr>
            <a:endParaRPr lang="en-US" sz="2000" b="1" spc="196">
              <a:solidFill>
                <a:srgbClr val="344F5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528" y="1988168"/>
            <a:ext cx="11196945" cy="6310665"/>
            <a:chOff x="0" y="0"/>
            <a:chExt cx="2948990" cy="16620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48990" cy="1662068"/>
            </a:xfrm>
            <a:custGeom>
              <a:avLst/>
              <a:gdLst/>
              <a:ahLst/>
              <a:cxnLst/>
              <a:rect l="l" t="t" r="r" b="b"/>
              <a:pathLst>
                <a:path w="2948990" h="1662068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588190" y="4952409"/>
            <a:ext cx="1699666" cy="1699666"/>
          </a:xfrm>
          <a:custGeom>
            <a:avLst/>
            <a:gdLst/>
            <a:ahLst/>
            <a:cxnLst/>
            <a:rect l="l" t="t" r="r" b="b"/>
            <a:pathLst>
              <a:path w="1699666" h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>
            <a:hlinkClick r:id="rId3" tooltip="https://www.conectacuidados.eu"/>
          </p:cNvPr>
          <p:cNvSpPr/>
          <p:nvPr/>
        </p:nvSpPr>
        <p:spPr>
          <a:xfrm>
            <a:off x="5305621" y="4048366"/>
            <a:ext cx="5936428" cy="3730691"/>
          </a:xfrm>
          <a:custGeom>
            <a:avLst/>
            <a:gdLst/>
            <a:ahLst/>
            <a:cxnLst/>
            <a:rect l="l" t="t" r="r" b="b"/>
            <a:pathLst>
              <a:path w="5936428" h="3730691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TextBox 7"/>
          <p:cNvSpPr txBox="1"/>
          <p:nvPr/>
        </p:nvSpPr>
        <p:spPr>
          <a:xfrm>
            <a:off x="6501595" y="2562685"/>
            <a:ext cx="5936428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sz="7599" b="1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sz="7599" b="1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535126" y="9399905"/>
            <a:ext cx="75287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4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528" y="1988168"/>
            <a:ext cx="11196945" cy="6310665"/>
            <a:chOff x="0" y="0"/>
            <a:chExt cx="2948990" cy="16620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48990" cy="1662068"/>
            </a:xfrm>
            <a:custGeom>
              <a:avLst/>
              <a:gdLst/>
              <a:ahLst/>
              <a:cxnLst/>
              <a:rect l="l" t="t" r="r" b="b"/>
              <a:pathLst>
                <a:path w="2948990" h="1662068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284793" y="8170984"/>
            <a:ext cx="5949014" cy="2390422"/>
          </a:xfrm>
          <a:custGeom>
            <a:avLst/>
            <a:gdLst/>
            <a:ahLst/>
            <a:cxnLst/>
            <a:rect l="l" t="t" r="r" b="b"/>
            <a:pathLst>
              <a:path w="5949014" h="2390422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6" name="Freeform 6"/>
          <p:cNvSpPr/>
          <p:nvPr/>
        </p:nvSpPr>
        <p:spPr>
          <a:xfrm>
            <a:off x="3545528" y="2807187"/>
            <a:ext cx="3618799" cy="4672626"/>
          </a:xfrm>
          <a:custGeom>
            <a:avLst/>
            <a:gdLst/>
            <a:ahLst/>
            <a:cxnLst/>
            <a:rect l="l" t="t" r="r" b="b"/>
            <a:pathLst>
              <a:path w="3618799" h="4672626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7" name="Freeform 7"/>
          <p:cNvSpPr/>
          <p:nvPr/>
        </p:nvSpPr>
        <p:spPr>
          <a:xfrm>
            <a:off x="12373992" y="1988168"/>
            <a:ext cx="2368480" cy="1152179"/>
          </a:xfrm>
          <a:custGeom>
            <a:avLst/>
            <a:gdLst/>
            <a:ahLst/>
            <a:cxnLst/>
            <a:rect l="l" t="t" r="r" b="b"/>
            <a:pathLst>
              <a:path w="2368480" h="1152179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5884" b="-26516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8" name="Freeform 8"/>
          <p:cNvSpPr/>
          <p:nvPr/>
        </p:nvSpPr>
        <p:spPr>
          <a:xfrm>
            <a:off x="13042806" y="6599166"/>
            <a:ext cx="1699666" cy="1699666"/>
          </a:xfrm>
          <a:custGeom>
            <a:avLst/>
            <a:gdLst/>
            <a:ahLst/>
            <a:cxnLst/>
            <a:rect l="l" t="t" r="r" b="b"/>
            <a:pathLst>
              <a:path w="1699666" h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9" name="Freeform 9"/>
          <p:cNvSpPr/>
          <p:nvPr/>
        </p:nvSpPr>
        <p:spPr>
          <a:xfrm>
            <a:off x="7164327" y="3948095"/>
            <a:ext cx="5504569" cy="3082558"/>
          </a:xfrm>
          <a:custGeom>
            <a:avLst/>
            <a:gdLst/>
            <a:ahLst/>
            <a:cxnLst/>
            <a:rect l="l" t="t" r="r" b="b"/>
            <a:pathLst>
              <a:path w="5504569" h="3082558">
                <a:moveTo>
                  <a:pt x="0" y="0"/>
                </a:moveTo>
                <a:lnTo>
                  <a:pt x="5504569" y="0"/>
                </a:lnTo>
                <a:lnTo>
                  <a:pt x="5504569" y="3082558"/>
                </a:lnTo>
                <a:lnTo>
                  <a:pt x="0" y="308255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247</Words>
  <Application>Microsoft Office PowerPoint</Application>
  <PresentationFormat>Personalizado</PresentationFormat>
  <Paragraphs>65</Paragraphs>
  <Slides>11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22" baseType="lpstr">
      <vt:lpstr>Fraunces Bold</vt:lpstr>
      <vt:lpstr>Arial</vt:lpstr>
      <vt:lpstr>Montserrat</vt:lpstr>
      <vt:lpstr>Poppins</vt:lpstr>
      <vt:lpstr>Open Sans Bold</vt:lpstr>
      <vt:lpstr>Fraunces</vt:lpstr>
      <vt:lpstr>Poppins Bold</vt:lpstr>
      <vt:lpstr>Montserrat Bold</vt:lpstr>
      <vt:lpstr>Calibri</vt:lpstr>
      <vt:lpstr>Office Theme</vt:lpstr>
      <vt:lpstr>Worksheet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cuidaDos</dc:title>
  <cp:lastModifiedBy>evelia gil paredes</cp:lastModifiedBy>
  <cp:revision>2</cp:revision>
  <dcterms:created xsi:type="dcterms:W3CDTF">2006-08-16T00:00:00Z</dcterms:created>
  <dcterms:modified xsi:type="dcterms:W3CDTF">2026-05-27T17:52:53Z</dcterms:modified>
  <dc:identifier>DAG2b7D6YUg</dc:identifier>
</cp:coreProperties>
</file>