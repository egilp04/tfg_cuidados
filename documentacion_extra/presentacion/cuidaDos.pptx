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Montserrat Bold" charset="1" panose="00000800000000000000"/>
      <p:regular r:id="rId20"/>
    </p:embeddedFont>
    <p:embeddedFont>
      <p:font typeface="Montserrat" charset="1" panose="00000500000000000000"/>
      <p:regular r:id="rId21"/>
    </p:embeddedFont>
    <p:embeddedFont>
      <p:font typeface="Fraunces Bold" charset="1" panose="00000000000000000000"/>
      <p:regular r:id="rId22"/>
    </p:embeddedFont>
    <p:embeddedFont>
      <p:font typeface="Poppins" charset="1" panose="00000500000000000000"/>
      <p:regular r:id="rId23"/>
    </p:embeddedFont>
    <p:embeddedFont>
      <p:font typeface="Open Sans" charset="1" panose="020B0606030504020204"/>
      <p:regular r:id="rId24"/>
    </p:embeddedFont>
    <p:embeddedFont>
      <p:font typeface="Poppins Bold" charset="1" panose="00000800000000000000"/>
      <p:regular r:id="rId25"/>
    </p:embeddedFont>
    <p:embeddedFont>
      <p:font typeface="Fraunces" charset="1" panose="00000000000000000000"/>
      <p:regular r:id="rId26"/>
    </p:embeddedFont>
    <p:embeddedFont>
      <p:font typeface="Archivo Black" charset="1" panose="020B0A03020202020B04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Relationship Id="rId4" Target="../media/image23.png" Type="http://schemas.openxmlformats.org/officeDocument/2006/relationships/image"/><Relationship Id="rId5" Target="../media/image24.png" Type="http://schemas.openxmlformats.org/officeDocument/2006/relationships/image"/><Relationship Id="rId6" Target="../media/image25.png" Type="http://schemas.openxmlformats.org/officeDocument/2006/relationships/image"/><Relationship Id="rId7" Target="../media/image26.png" Type="http://schemas.openxmlformats.org/officeDocument/2006/relationships/image"/><Relationship Id="rId8" Target="../media/image27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26.png" Type="http://schemas.openxmlformats.org/officeDocument/2006/relationships/image"/><Relationship Id="rId4" Target="../media/image27.sv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35.png" Type="http://schemas.openxmlformats.org/officeDocument/2006/relationships/image"/><Relationship Id="rId4" Target="../media/image36.png" Type="http://schemas.openxmlformats.org/officeDocument/2006/relationships/image"/><Relationship Id="rId5" Target="../media/image37.png" Type="http://schemas.openxmlformats.org/officeDocument/2006/relationships/image"/><Relationship Id="rId6" Target="../media/image3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Relationship Id="rId3" Target="../media/image40.png" Type="http://schemas.openxmlformats.org/officeDocument/2006/relationships/image"/><Relationship Id="rId4" Target="../media/image41.png" Type="http://schemas.openxmlformats.org/officeDocument/2006/relationships/image"/><Relationship Id="rId5" Target="../media/image42.png" Type="http://schemas.openxmlformats.org/officeDocument/2006/relationships/image"/><Relationship Id="rId6" Target="../media/image43.svg" Type="http://schemas.openxmlformats.org/officeDocument/2006/relationships/image"/><Relationship Id="rId7" Target="../media/image4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Relationship Id="rId3" Target="../media/image46.png" Type="http://schemas.openxmlformats.org/officeDocument/2006/relationships/image"/><Relationship Id="rId4" Target="../media/image47.png" Type="http://schemas.openxmlformats.org/officeDocument/2006/relationships/image"/><Relationship Id="rId5" Target="../media/image4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9.png" Type="http://schemas.openxmlformats.org/officeDocument/2006/relationships/image"/><Relationship Id="rId3" Target="../media/image14.png" Type="http://schemas.openxmlformats.org/officeDocument/2006/relationships/image"/><Relationship Id="rId4" Target="../media/image50.png" Type="http://schemas.openxmlformats.org/officeDocument/2006/relationships/image"/><Relationship Id="rId5" Target="../media/image51.png" Type="http://schemas.openxmlformats.org/officeDocument/2006/relationships/image"/><Relationship Id="rId6" Target="../media/image52.png" Type="http://schemas.openxmlformats.org/officeDocument/2006/relationships/image"/><Relationship Id="rId7" Target="../media/image53.png" Type="http://schemas.openxmlformats.org/officeDocument/2006/relationships/image"/><Relationship Id="rId8" Target="../media/image54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3.svg" Type="http://schemas.openxmlformats.org/officeDocument/2006/relationships/image"/><Relationship Id="rId11" Target="../media/image64.png" Type="http://schemas.openxmlformats.org/officeDocument/2006/relationships/image"/><Relationship Id="rId12" Target="../media/image65.svg" Type="http://schemas.openxmlformats.org/officeDocument/2006/relationships/image"/><Relationship Id="rId13" Target="../media/image66.png" Type="http://schemas.openxmlformats.org/officeDocument/2006/relationships/image"/><Relationship Id="rId14" Target="../media/image67.svg" Type="http://schemas.openxmlformats.org/officeDocument/2006/relationships/image"/><Relationship Id="rId15" Target="../media/image68.png" Type="http://schemas.openxmlformats.org/officeDocument/2006/relationships/image"/><Relationship Id="rId16" Target="../media/image69.svg" Type="http://schemas.openxmlformats.org/officeDocument/2006/relationships/image"/><Relationship Id="rId17" Target="../media/image70.png" Type="http://schemas.openxmlformats.org/officeDocument/2006/relationships/image"/><Relationship Id="rId18" Target="../media/image71.svg" Type="http://schemas.openxmlformats.org/officeDocument/2006/relationships/image"/><Relationship Id="rId19" Target="../media/image72.png" Type="http://schemas.openxmlformats.org/officeDocument/2006/relationships/image"/><Relationship Id="rId2" Target="../media/image55.png" Type="http://schemas.openxmlformats.org/officeDocument/2006/relationships/image"/><Relationship Id="rId20" Target="../media/image73.svg" Type="http://schemas.openxmlformats.org/officeDocument/2006/relationships/image"/><Relationship Id="rId21" Target="../media/image74.png" Type="http://schemas.openxmlformats.org/officeDocument/2006/relationships/image"/><Relationship Id="rId22" Target="../media/image75.svg" Type="http://schemas.openxmlformats.org/officeDocument/2006/relationships/image"/><Relationship Id="rId23" Target="../media/image76.png" Type="http://schemas.openxmlformats.org/officeDocument/2006/relationships/image"/><Relationship Id="rId24" Target="../media/image77.svg" Type="http://schemas.openxmlformats.org/officeDocument/2006/relationships/image"/><Relationship Id="rId25" Target="../media/image78.png" Type="http://schemas.openxmlformats.org/officeDocument/2006/relationships/image"/><Relationship Id="rId26" Target="../media/image79.svg" Type="http://schemas.openxmlformats.org/officeDocument/2006/relationships/image"/><Relationship Id="rId3" Target="../media/image56.svg" Type="http://schemas.openxmlformats.org/officeDocument/2006/relationships/image"/><Relationship Id="rId4" Target="../media/image57.png" Type="http://schemas.openxmlformats.org/officeDocument/2006/relationships/image"/><Relationship Id="rId5" Target="../media/image58.svg" Type="http://schemas.openxmlformats.org/officeDocument/2006/relationships/image"/><Relationship Id="rId6" Target="../media/image59.png" Type="http://schemas.openxmlformats.org/officeDocument/2006/relationships/image"/><Relationship Id="rId7" Target="../media/image60.png" Type="http://schemas.openxmlformats.org/officeDocument/2006/relationships/image"/><Relationship Id="rId8" Target="../media/image61.svg" Type="http://schemas.openxmlformats.org/officeDocument/2006/relationships/image"/><Relationship Id="rId9" Target="../media/image6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833394" y="6585475"/>
            <a:ext cx="2011615" cy="2011615"/>
          </a:xfrm>
          <a:custGeom>
            <a:avLst/>
            <a:gdLst/>
            <a:ahLst/>
            <a:cxnLst/>
            <a:rect r="r" b="b" t="t" l="l"/>
            <a:pathLst>
              <a:path h="2011615" w="2011615">
                <a:moveTo>
                  <a:pt x="0" y="0"/>
                </a:moveTo>
                <a:lnTo>
                  <a:pt x="2011614" y="0"/>
                </a:lnTo>
                <a:lnTo>
                  <a:pt x="2011614" y="2011615"/>
                </a:lnTo>
                <a:lnTo>
                  <a:pt x="0" y="201161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643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95908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00950" y="2803064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579096" y="2828329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405030" y="4186108"/>
            <a:ext cx="4194209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7747710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7150622" y="3655008"/>
            <a:ext cx="4475594" cy="5151030"/>
            <a:chOff x="0" y="0"/>
            <a:chExt cx="1178757" cy="135665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6949071" y="9649686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USUARIOS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039794" y="951249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210546" y="9594093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591018" y="2082056"/>
            <a:ext cx="11567554" cy="1713680"/>
            <a:chOff x="0" y="0"/>
            <a:chExt cx="1121219" cy="1661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1219" cy="166103"/>
            </a:xfrm>
            <a:custGeom>
              <a:avLst/>
              <a:gdLst/>
              <a:ahLst/>
              <a:cxnLst/>
              <a:rect r="r" b="b" t="t" l="l"/>
              <a:pathLst>
                <a:path h="166103" w="1121219">
                  <a:moveTo>
                    <a:pt x="918019" y="0"/>
                  </a:moveTo>
                  <a:lnTo>
                    <a:pt x="0" y="0"/>
                  </a:lnTo>
                  <a:lnTo>
                    <a:pt x="203200" y="166103"/>
                  </a:lnTo>
                  <a:lnTo>
                    <a:pt x="1121219" y="166103"/>
                  </a:lnTo>
                  <a:lnTo>
                    <a:pt x="918019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918019" cy="1851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453908" y="4640836"/>
            <a:ext cx="3873132" cy="4289649"/>
          </a:xfrm>
          <a:custGeom>
            <a:avLst/>
            <a:gdLst/>
            <a:ahLst/>
            <a:cxnLst/>
            <a:rect r="r" b="b" t="t" l="l"/>
            <a:pathLst>
              <a:path h="4289649" w="3873132">
                <a:moveTo>
                  <a:pt x="0" y="0"/>
                </a:moveTo>
                <a:lnTo>
                  <a:pt x="3873132" y="0"/>
                </a:lnTo>
                <a:lnTo>
                  <a:pt x="3873132" y="4289649"/>
                </a:lnTo>
                <a:lnTo>
                  <a:pt x="0" y="42896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143896" y="7700469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604811" y="143786"/>
            <a:ext cx="5874664" cy="9999428"/>
          </a:xfrm>
          <a:custGeom>
            <a:avLst/>
            <a:gdLst/>
            <a:ahLst/>
            <a:cxnLst/>
            <a:rect r="r" b="b" t="t" l="l"/>
            <a:pathLst>
              <a:path h="9999428" w="5874664">
                <a:moveTo>
                  <a:pt x="0" y="0"/>
                </a:moveTo>
                <a:lnTo>
                  <a:pt x="5874664" y="0"/>
                </a:lnTo>
                <a:lnTo>
                  <a:pt x="5874664" y="9999428"/>
                </a:lnTo>
                <a:lnTo>
                  <a:pt x="0" y="99994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85582" y="2502601"/>
            <a:ext cx="5252286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067232" y="953993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67636" y="424928"/>
            <a:ext cx="19354610" cy="1777884"/>
            <a:chOff x="0" y="0"/>
            <a:chExt cx="1876002" cy="172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72327"/>
            </a:xfrm>
            <a:custGeom>
              <a:avLst/>
              <a:gdLst/>
              <a:ahLst/>
              <a:cxnLst/>
              <a:rect r="r" b="b" t="t" l="l"/>
              <a:pathLst>
                <a:path h="172327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72327"/>
                  </a:lnTo>
                  <a:lnTo>
                    <a:pt x="1876002" y="172327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913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073354" y="2464086"/>
            <a:ext cx="3339204" cy="810936"/>
            <a:chOff x="0" y="0"/>
            <a:chExt cx="776400" cy="18855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76400" cy="188551"/>
            </a:xfrm>
            <a:custGeom>
              <a:avLst/>
              <a:gdLst/>
              <a:ahLst/>
              <a:cxnLst/>
              <a:rect r="r" b="b" t="t" l="l"/>
              <a:pathLst>
                <a:path h="188551" w="776400">
                  <a:moveTo>
                    <a:pt x="18548" y="0"/>
                  </a:moveTo>
                  <a:lnTo>
                    <a:pt x="757852" y="0"/>
                  </a:lnTo>
                  <a:cubicBezTo>
                    <a:pt x="762771" y="0"/>
                    <a:pt x="767489" y="1954"/>
                    <a:pt x="770967" y="5433"/>
                  </a:cubicBezTo>
                  <a:cubicBezTo>
                    <a:pt x="774445" y="8911"/>
                    <a:pt x="776400" y="13629"/>
                    <a:pt x="776400" y="18548"/>
                  </a:cubicBezTo>
                  <a:lnTo>
                    <a:pt x="776400" y="170003"/>
                  </a:lnTo>
                  <a:cubicBezTo>
                    <a:pt x="776400" y="174922"/>
                    <a:pt x="774445" y="179640"/>
                    <a:pt x="770967" y="183118"/>
                  </a:cubicBezTo>
                  <a:cubicBezTo>
                    <a:pt x="767489" y="186597"/>
                    <a:pt x="762771" y="188551"/>
                    <a:pt x="757852" y="188551"/>
                  </a:cubicBezTo>
                  <a:lnTo>
                    <a:pt x="18548" y="188551"/>
                  </a:lnTo>
                  <a:cubicBezTo>
                    <a:pt x="8304" y="188551"/>
                    <a:pt x="0" y="180247"/>
                    <a:pt x="0" y="170003"/>
                  </a:cubicBezTo>
                  <a:lnTo>
                    <a:pt x="0" y="18548"/>
                  </a:lnTo>
                  <a:cubicBezTo>
                    <a:pt x="0" y="13629"/>
                    <a:pt x="1954" y="8911"/>
                    <a:pt x="5433" y="5433"/>
                  </a:cubicBezTo>
                  <a:cubicBezTo>
                    <a:pt x="8911" y="1954"/>
                    <a:pt x="13629" y="0"/>
                    <a:pt x="18548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77640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COMUNES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490318" y="4972768"/>
            <a:ext cx="4174183" cy="2570303"/>
          </a:xfrm>
          <a:custGeom>
            <a:avLst/>
            <a:gdLst/>
            <a:ahLst/>
            <a:cxnLst/>
            <a:rect r="r" b="b" t="t" l="l"/>
            <a:pathLst>
              <a:path h="2570303" w="4174183">
                <a:moveTo>
                  <a:pt x="0" y="0"/>
                </a:moveTo>
                <a:lnTo>
                  <a:pt x="4174183" y="0"/>
                </a:lnTo>
                <a:lnTo>
                  <a:pt x="4174183" y="2570303"/>
                </a:lnTo>
                <a:lnTo>
                  <a:pt x="0" y="25703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522" t="-1051" r="0" b="-1051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073354" y="4855254"/>
            <a:ext cx="2916973" cy="2687817"/>
          </a:xfrm>
          <a:custGeom>
            <a:avLst/>
            <a:gdLst/>
            <a:ahLst/>
            <a:cxnLst/>
            <a:rect r="r" b="b" t="t" l="l"/>
            <a:pathLst>
              <a:path h="2687817" w="2916973">
                <a:moveTo>
                  <a:pt x="0" y="0"/>
                </a:moveTo>
                <a:lnTo>
                  <a:pt x="2916973" y="0"/>
                </a:lnTo>
                <a:lnTo>
                  <a:pt x="2916973" y="2687817"/>
                </a:lnTo>
                <a:lnTo>
                  <a:pt x="0" y="26878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903538" y="4972768"/>
            <a:ext cx="5942466" cy="2369558"/>
          </a:xfrm>
          <a:custGeom>
            <a:avLst/>
            <a:gdLst/>
            <a:ahLst/>
            <a:cxnLst/>
            <a:rect r="r" b="b" t="t" l="l"/>
            <a:pathLst>
              <a:path h="2369558" w="5942466">
                <a:moveTo>
                  <a:pt x="0" y="0"/>
                </a:moveTo>
                <a:lnTo>
                  <a:pt x="5942466" y="0"/>
                </a:lnTo>
                <a:lnTo>
                  <a:pt x="5942466" y="2369558"/>
                </a:lnTo>
                <a:lnTo>
                  <a:pt x="0" y="23695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4874384" y="8066638"/>
            <a:ext cx="4397940" cy="1704202"/>
          </a:xfrm>
          <a:custGeom>
            <a:avLst/>
            <a:gdLst/>
            <a:ahLst/>
            <a:cxnLst/>
            <a:rect r="r" b="b" t="t" l="l"/>
            <a:pathLst>
              <a:path h="1704202" w="4397940">
                <a:moveTo>
                  <a:pt x="0" y="0"/>
                </a:moveTo>
                <a:lnTo>
                  <a:pt x="4397940" y="0"/>
                </a:lnTo>
                <a:lnTo>
                  <a:pt x="4397940" y="1704201"/>
                </a:lnTo>
                <a:lnTo>
                  <a:pt x="0" y="17042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3607473" y="7945205"/>
            <a:ext cx="4238531" cy="1825635"/>
          </a:xfrm>
          <a:custGeom>
            <a:avLst/>
            <a:gdLst/>
            <a:ahLst/>
            <a:cxnLst/>
            <a:rect r="r" b="b" t="t" l="l"/>
            <a:pathLst>
              <a:path h="1825635" w="4238531">
                <a:moveTo>
                  <a:pt x="0" y="0"/>
                </a:moveTo>
                <a:lnTo>
                  <a:pt x="4238531" y="0"/>
                </a:lnTo>
                <a:lnTo>
                  <a:pt x="4238531" y="1825634"/>
                </a:lnTo>
                <a:lnTo>
                  <a:pt x="0" y="18256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9961" t="0" r="-3386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90318" y="3848515"/>
            <a:ext cx="5272771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Registro/ baja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15129" y="904875"/>
            <a:ext cx="11770421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FUNCIONALIDADES DEL SITIO WEB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33517" y="3845510"/>
            <a:ext cx="3818878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Inicio de sesión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90318" y="8352953"/>
            <a:ext cx="3972983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Envío y recepción de mensajes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34343" y="8352953"/>
            <a:ext cx="3211112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Recepción de notificaciones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98211" y="3882805"/>
            <a:ext cx="4061089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Modificar perfil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7259300" y="972321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816944" y="424928"/>
            <a:ext cx="4390686" cy="810936"/>
            <a:chOff x="0" y="0"/>
            <a:chExt cx="1020880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20880" cy="188551"/>
            </a:xfrm>
            <a:custGeom>
              <a:avLst/>
              <a:gdLst/>
              <a:ahLst/>
              <a:cxnLst/>
              <a:rect r="r" b="b" t="t" l="l"/>
              <a:pathLst>
                <a:path h="188551" w="1020880">
                  <a:moveTo>
                    <a:pt x="14106" y="0"/>
                  </a:moveTo>
                  <a:lnTo>
                    <a:pt x="1006774" y="0"/>
                  </a:lnTo>
                  <a:cubicBezTo>
                    <a:pt x="1014565" y="0"/>
                    <a:pt x="1020880" y="6316"/>
                    <a:pt x="1020880" y="14106"/>
                  </a:cubicBezTo>
                  <a:lnTo>
                    <a:pt x="1020880" y="174445"/>
                  </a:lnTo>
                  <a:cubicBezTo>
                    <a:pt x="1020880" y="178186"/>
                    <a:pt x="1019394" y="181774"/>
                    <a:pt x="1016749" y="184419"/>
                  </a:cubicBezTo>
                  <a:cubicBezTo>
                    <a:pt x="1014103" y="187065"/>
                    <a:pt x="1010515" y="188551"/>
                    <a:pt x="1006774" y="188551"/>
                  </a:cubicBezTo>
                  <a:lnTo>
                    <a:pt x="14106" y="188551"/>
                  </a:lnTo>
                  <a:cubicBezTo>
                    <a:pt x="6316" y="188551"/>
                    <a:pt x="0" y="182236"/>
                    <a:pt x="0" y="174445"/>
                  </a:cubicBezTo>
                  <a:lnTo>
                    <a:pt x="0" y="14106"/>
                  </a:lnTo>
                  <a:cubicBezTo>
                    <a:pt x="0" y="10365"/>
                    <a:pt x="1486" y="6777"/>
                    <a:pt x="4132" y="4132"/>
                  </a:cubicBezTo>
                  <a:cubicBezTo>
                    <a:pt x="6777" y="1486"/>
                    <a:pt x="10365" y="0"/>
                    <a:pt x="1410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02088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USUARIOS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67023" y="3297088"/>
            <a:ext cx="4409273" cy="2177419"/>
          </a:xfrm>
          <a:custGeom>
            <a:avLst/>
            <a:gdLst/>
            <a:ahLst/>
            <a:cxnLst/>
            <a:rect r="r" b="b" t="t" l="l"/>
            <a:pathLst>
              <a:path h="2177419" w="4409273">
                <a:moveTo>
                  <a:pt x="0" y="0"/>
                </a:moveTo>
                <a:lnTo>
                  <a:pt x="4409273" y="0"/>
                </a:lnTo>
                <a:lnTo>
                  <a:pt x="4409273" y="2177419"/>
                </a:lnTo>
                <a:lnTo>
                  <a:pt x="0" y="21774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862539" y="3297088"/>
            <a:ext cx="3227497" cy="3241409"/>
          </a:xfrm>
          <a:custGeom>
            <a:avLst/>
            <a:gdLst/>
            <a:ahLst/>
            <a:cxnLst/>
            <a:rect r="r" b="b" t="t" l="l"/>
            <a:pathLst>
              <a:path h="3241409" w="3227497">
                <a:moveTo>
                  <a:pt x="0" y="0"/>
                </a:moveTo>
                <a:lnTo>
                  <a:pt x="3227497" y="0"/>
                </a:lnTo>
                <a:lnTo>
                  <a:pt x="3227497" y="3241409"/>
                </a:lnTo>
                <a:lnTo>
                  <a:pt x="0" y="32414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086653" y="7904834"/>
            <a:ext cx="5527551" cy="1015874"/>
          </a:xfrm>
          <a:custGeom>
            <a:avLst/>
            <a:gdLst/>
            <a:ahLst/>
            <a:cxnLst/>
            <a:rect r="r" b="b" t="t" l="l"/>
            <a:pathLst>
              <a:path h="1015874" w="5527551">
                <a:moveTo>
                  <a:pt x="0" y="0"/>
                </a:moveTo>
                <a:lnTo>
                  <a:pt x="5527552" y="0"/>
                </a:lnTo>
                <a:lnTo>
                  <a:pt x="5527552" y="1015874"/>
                </a:lnTo>
                <a:lnTo>
                  <a:pt x="0" y="10158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34502" y="7604344"/>
            <a:ext cx="4982442" cy="2041677"/>
          </a:xfrm>
          <a:custGeom>
            <a:avLst/>
            <a:gdLst/>
            <a:ahLst/>
            <a:cxnLst/>
            <a:rect r="r" b="b" t="t" l="l"/>
            <a:pathLst>
              <a:path h="2041677" w="4982442">
                <a:moveTo>
                  <a:pt x="0" y="0"/>
                </a:moveTo>
                <a:lnTo>
                  <a:pt x="4982442" y="0"/>
                </a:lnTo>
                <a:lnTo>
                  <a:pt x="4982442" y="2041678"/>
                </a:lnTo>
                <a:lnTo>
                  <a:pt x="0" y="20416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480437" y="4745450"/>
            <a:ext cx="4749187" cy="3587663"/>
          </a:xfrm>
          <a:custGeom>
            <a:avLst/>
            <a:gdLst/>
            <a:ahLst/>
            <a:cxnLst/>
            <a:rect r="r" b="b" t="t" l="l"/>
            <a:pathLst>
              <a:path h="3587663" w="4749187">
                <a:moveTo>
                  <a:pt x="0" y="0"/>
                </a:moveTo>
                <a:lnTo>
                  <a:pt x="4749187" y="0"/>
                </a:lnTo>
                <a:lnTo>
                  <a:pt x="4749187" y="3587664"/>
                </a:lnTo>
                <a:lnTo>
                  <a:pt x="0" y="35876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53321" t="-38527" r="-54770" b="-1642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592932">
            <a:off x="5798442" y="4858017"/>
            <a:ext cx="1363990" cy="603745"/>
            <a:chOff x="0" y="0"/>
            <a:chExt cx="1436961" cy="6360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36961" cy="636044"/>
            </a:xfrm>
            <a:custGeom>
              <a:avLst/>
              <a:gdLst/>
              <a:ahLst/>
              <a:cxnLst/>
              <a:rect r="r" b="b" t="t" l="l"/>
              <a:pathLst>
                <a:path h="636044" w="1436961">
                  <a:moveTo>
                    <a:pt x="1436961" y="318022"/>
                  </a:moveTo>
                  <a:lnTo>
                    <a:pt x="1030561" y="0"/>
                  </a:lnTo>
                  <a:lnTo>
                    <a:pt x="1030561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030561" y="432844"/>
                  </a:lnTo>
                  <a:lnTo>
                    <a:pt x="1030561" y="636044"/>
                  </a:lnTo>
                  <a:lnTo>
                    <a:pt x="1436961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184150"/>
              <a:ext cx="1335361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1994925" y="6916138"/>
            <a:ext cx="5576700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Ver/Cancelar contratos</a:t>
            </a:r>
          </a:p>
        </p:txBody>
      </p:sp>
      <p:grpSp>
        <p:nvGrpSpPr>
          <p:cNvPr name="Group 17" id="17"/>
          <p:cNvGrpSpPr/>
          <p:nvPr/>
        </p:nvGrpSpPr>
        <p:grpSpPr>
          <a:xfrm rot="9364500">
            <a:off x="10901734" y="4826268"/>
            <a:ext cx="1888338" cy="603745"/>
            <a:chOff x="0" y="0"/>
            <a:chExt cx="1989360" cy="63604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89360" cy="636044"/>
            </a:xfrm>
            <a:custGeom>
              <a:avLst/>
              <a:gdLst/>
              <a:ahLst/>
              <a:cxnLst/>
              <a:rect r="r" b="b" t="t" l="l"/>
              <a:pathLst>
                <a:path h="636044" w="1989360">
                  <a:moveTo>
                    <a:pt x="1989360" y="318022"/>
                  </a:moveTo>
                  <a:lnTo>
                    <a:pt x="1582960" y="0"/>
                  </a:lnTo>
                  <a:lnTo>
                    <a:pt x="1582960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582960" y="432844"/>
                  </a:lnTo>
                  <a:lnTo>
                    <a:pt x="1582960" y="636044"/>
                  </a:lnTo>
                  <a:lnTo>
                    <a:pt x="1989360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84150"/>
              <a:ext cx="1887760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-9089117">
            <a:off x="9787736" y="6988147"/>
            <a:ext cx="2636405" cy="603745"/>
            <a:chOff x="0" y="0"/>
            <a:chExt cx="2777447" cy="6360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77447" cy="636044"/>
            </a:xfrm>
            <a:custGeom>
              <a:avLst/>
              <a:gdLst/>
              <a:ahLst/>
              <a:cxnLst/>
              <a:rect r="r" b="b" t="t" l="l"/>
              <a:pathLst>
                <a:path h="636044" w="2777447">
                  <a:moveTo>
                    <a:pt x="2777447" y="318022"/>
                  </a:moveTo>
                  <a:lnTo>
                    <a:pt x="2371047" y="0"/>
                  </a:lnTo>
                  <a:lnTo>
                    <a:pt x="2371047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2371047" y="432844"/>
                  </a:lnTo>
                  <a:lnTo>
                    <a:pt x="2371047" y="636044"/>
                  </a:lnTo>
                  <a:lnTo>
                    <a:pt x="2777447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184150"/>
              <a:ext cx="2675847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-1816560">
            <a:off x="5511320" y="7854622"/>
            <a:ext cx="1571809" cy="603745"/>
            <a:chOff x="0" y="0"/>
            <a:chExt cx="1655897" cy="6360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55897" cy="636044"/>
            </a:xfrm>
            <a:custGeom>
              <a:avLst/>
              <a:gdLst/>
              <a:ahLst/>
              <a:cxnLst/>
              <a:rect r="r" b="b" t="t" l="l"/>
              <a:pathLst>
                <a:path h="636044" w="1655897">
                  <a:moveTo>
                    <a:pt x="1655897" y="318022"/>
                  </a:moveTo>
                  <a:lnTo>
                    <a:pt x="1249497" y="0"/>
                  </a:lnTo>
                  <a:lnTo>
                    <a:pt x="1249497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249497" y="432844"/>
                  </a:lnTo>
                  <a:lnTo>
                    <a:pt x="1249497" y="636044"/>
                  </a:lnTo>
                  <a:lnTo>
                    <a:pt x="1655897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184150"/>
              <a:ext cx="1554297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4476288" y="5474507"/>
            <a:ext cx="1317703" cy="1023017"/>
          </a:xfrm>
          <a:custGeom>
            <a:avLst/>
            <a:gdLst/>
            <a:ahLst/>
            <a:cxnLst/>
            <a:rect r="r" b="b" t="t" l="l"/>
            <a:pathLst>
              <a:path h="1023017" w="1317703">
                <a:moveTo>
                  <a:pt x="0" y="0"/>
                </a:moveTo>
                <a:lnTo>
                  <a:pt x="1317703" y="0"/>
                </a:lnTo>
                <a:lnTo>
                  <a:pt x="1317703" y="1023017"/>
                </a:lnTo>
                <a:lnTo>
                  <a:pt x="0" y="102301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700490" y="1717843"/>
            <a:ext cx="5919957" cy="1579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Búsqueda de servicios por servicios o empresas</a:t>
            </a:r>
          </a:p>
          <a:p>
            <a:pPr algn="l">
              <a:lnSpc>
                <a:spcPts val="4139"/>
              </a:lnSpc>
            </a:pPr>
          </a:p>
        </p:txBody>
      </p:sp>
      <p:sp>
        <p:nvSpPr>
          <p:cNvPr name="TextBox 28" id="28"/>
          <p:cNvSpPr txBox="true"/>
          <p:nvPr/>
        </p:nvSpPr>
        <p:spPr>
          <a:xfrm rot="0">
            <a:off x="354850" y="5710774"/>
            <a:ext cx="5941747" cy="1579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 su calendario mensual con los servicios contratados.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80951" y="1946944"/>
            <a:ext cx="6190674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Contratación de servicios de distintas empresas.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16250940" y="8112517"/>
            <a:ext cx="1320685" cy="1025332"/>
          </a:xfrm>
          <a:custGeom>
            <a:avLst/>
            <a:gdLst/>
            <a:ahLst/>
            <a:cxnLst/>
            <a:rect r="r" b="b" t="t" l="l"/>
            <a:pathLst>
              <a:path h="1025332" w="1320685">
                <a:moveTo>
                  <a:pt x="0" y="0"/>
                </a:moveTo>
                <a:lnTo>
                  <a:pt x="1320685" y="0"/>
                </a:lnTo>
                <a:lnTo>
                  <a:pt x="1320685" y="1025332"/>
                </a:lnTo>
                <a:lnTo>
                  <a:pt x="0" y="102533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17111315" y="9598397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501590" y="574858"/>
            <a:ext cx="3342197" cy="812434"/>
            <a:chOff x="0" y="0"/>
            <a:chExt cx="856708" cy="20825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56708" cy="208252"/>
            </a:xfrm>
            <a:custGeom>
              <a:avLst/>
              <a:gdLst/>
              <a:ahLst/>
              <a:cxnLst/>
              <a:rect r="r" b="b" t="t" l="l"/>
              <a:pathLst>
                <a:path h="208252" w="856708">
                  <a:moveTo>
                    <a:pt x="18531" y="0"/>
                  </a:moveTo>
                  <a:lnTo>
                    <a:pt x="838176" y="0"/>
                  </a:lnTo>
                  <a:cubicBezTo>
                    <a:pt x="843091" y="0"/>
                    <a:pt x="847805" y="1952"/>
                    <a:pt x="851280" y="5428"/>
                  </a:cubicBezTo>
                  <a:cubicBezTo>
                    <a:pt x="854755" y="8903"/>
                    <a:pt x="856708" y="13617"/>
                    <a:pt x="856708" y="18531"/>
                  </a:cubicBezTo>
                  <a:lnTo>
                    <a:pt x="856708" y="189720"/>
                  </a:lnTo>
                  <a:cubicBezTo>
                    <a:pt x="856708" y="194635"/>
                    <a:pt x="854755" y="199349"/>
                    <a:pt x="851280" y="202824"/>
                  </a:cubicBezTo>
                  <a:cubicBezTo>
                    <a:pt x="847805" y="206299"/>
                    <a:pt x="843091" y="208252"/>
                    <a:pt x="838176" y="208252"/>
                  </a:cubicBezTo>
                  <a:lnTo>
                    <a:pt x="18531" y="208252"/>
                  </a:lnTo>
                  <a:cubicBezTo>
                    <a:pt x="13617" y="208252"/>
                    <a:pt x="8903" y="206299"/>
                    <a:pt x="5428" y="202824"/>
                  </a:cubicBezTo>
                  <a:cubicBezTo>
                    <a:pt x="1952" y="199349"/>
                    <a:pt x="0" y="194635"/>
                    <a:pt x="0" y="189720"/>
                  </a:cubicBezTo>
                  <a:lnTo>
                    <a:pt x="0" y="18531"/>
                  </a:lnTo>
                  <a:cubicBezTo>
                    <a:pt x="0" y="13617"/>
                    <a:pt x="1952" y="8903"/>
                    <a:pt x="5428" y="5428"/>
                  </a:cubicBezTo>
                  <a:cubicBezTo>
                    <a:pt x="8903" y="1952"/>
                    <a:pt x="13617" y="0"/>
                    <a:pt x="1853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856708" cy="28445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291569" y="3111729"/>
            <a:ext cx="6427029" cy="1806342"/>
          </a:xfrm>
          <a:custGeom>
            <a:avLst/>
            <a:gdLst/>
            <a:ahLst/>
            <a:cxnLst/>
            <a:rect r="r" b="b" t="t" l="l"/>
            <a:pathLst>
              <a:path h="1806342" w="6427029">
                <a:moveTo>
                  <a:pt x="0" y="0"/>
                </a:moveTo>
                <a:lnTo>
                  <a:pt x="6427029" y="0"/>
                </a:lnTo>
                <a:lnTo>
                  <a:pt x="6427029" y="1806342"/>
                </a:lnTo>
                <a:lnTo>
                  <a:pt x="0" y="1806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892066" y="3549875"/>
            <a:ext cx="1197956" cy="930050"/>
          </a:xfrm>
          <a:custGeom>
            <a:avLst/>
            <a:gdLst/>
            <a:ahLst/>
            <a:cxnLst/>
            <a:rect r="r" b="b" t="t" l="l"/>
            <a:pathLst>
              <a:path h="930050" w="1197956">
                <a:moveTo>
                  <a:pt x="0" y="0"/>
                </a:moveTo>
                <a:lnTo>
                  <a:pt x="1197956" y="0"/>
                </a:lnTo>
                <a:lnTo>
                  <a:pt x="1197956" y="930050"/>
                </a:lnTo>
                <a:lnTo>
                  <a:pt x="0" y="9300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7616727" y="4961881"/>
            <a:ext cx="4454119" cy="3305739"/>
          </a:xfrm>
          <a:custGeom>
            <a:avLst/>
            <a:gdLst/>
            <a:ahLst/>
            <a:cxnLst/>
            <a:rect r="r" b="b" t="t" l="l"/>
            <a:pathLst>
              <a:path h="3305739" w="4454119">
                <a:moveTo>
                  <a:pt x="0" y="0"/>
                </a:moveTo>
                <a:lnTo>
                  <a:pt x="4454119" y="0"/>
                </a:lnTo>
                <a:lnTo>
                  <a:pt x="4454119" y="3305738"/>
                </a:lnTo>
                <a:lnTo>
                  <a:pt x="0" y="33057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6734" t="-39609" r="-56404" b="-21929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91569" y="5565771"/>
            <a:ext cx="6427029" cy="964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2721" spc="26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 su calendario mensual con los servicios contratados</a:t>
            </a:r>
          </a:p>
        </p:txBody>
      </p:sp>
      <p:grpSp>
        <p:nvGrpSpPr>
          <p:cNvPr name="Group 12" id="12"/>
          <p:cNvGrpSpPr/>
          <p:nvPr/>
        </p:nvGrpSpPr>
        <p:grpSpPr>
          <a:xfrm rot="2256659">
            <a:off x="6094137" y="5253956"/>
            <a:ext cx="2239260" cy="776029"/>
            <a:chOff x="0" y="0"/>
            <a:chExt cx="1835330" cy="63604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35330" cy="636044"/>
            </a:xfrm>
            <a:custGeom>
              <a:avLst/>
              <a:gdLst/>
              <a:ahLst/>
              <a:cxnLst/>
              <a:rect r="r" b="b" t="t" l="l"/>
              <a:pathLst>
                <a:path h="636044" w="1835330">
                  <a:moveTo>
                    <a:pt x="1835330" y="318022"/>
                  </a:moveTo>
                  <a:lnTo>
                    <a:pt x="1428930" y="0"/>
                  </a:lnTo>
                  <a:lnTo>
                    <a:pt x="1428930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428930" y="432844"/>
                  </a:lnTo>
                  <a:lnTo>
                    <a:pt x="1428930" y="636044"/>
                  </a:lnTo>
                  <a:lnTo>
                    <a:pt x="1835330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184150"/>
              <a:ext cx="1733730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-1717467">
            <a:off x="6556605" y="7881515"/>
            <a:ext cx="1534532" cy="731955"/>
            <a:chOff x="0" y="0"/>
            <a:chExt cx="1257725" cy="59992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57725" cy="599921"/>
            </a:xfrm>
            <a:custGeom>
              <a:avLst/>
              <a:gdLst/>
              <a:ahLst/>
              <a:cxnLst/>
              <a:rect r="r" b="b" t="t" l="l"/>
              <a:pathLst>
                <a:path h="599921" w="1257725">
                  <a:moveTo>
                    <a:pt x="1257725" y="299961"/>
                  </a:moveTo>
                  <a:lnTo>
                    <a:pt x="851325" y="0"/>
                  </a:lnTo>
                  <a:lnTo>
                    <a:pt x="851325" y="203200"/>
                  </a:lnTo>
                  <a:lnTo>
                    <a:pt x="0" y="203200"/>
                  </a:lnTo>
                  <a:lnTo>
                    <a:pt x="0" y="396721"/>
                  </a:lnTo>
                  <a:lnTo>
                    <a:pt x="851325" y="396721"/>
                  </a:lnTo>
                  <a:lnTo>
                    <a:pt x="851325" y="599921"/>
                  </a:lnTo>
                  <a:lnTo>
                    <a:pt x="1257725" y="299961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184150"/>
              <a:ext cx="1156125" cy="2125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2966196" y="3827615"/>
            <a:ext cx="4396883" cy="830211"/>
          </a:xfrm>
          <a:custGeom>
            <a:avLst/>
            <a:gdLst/>
            <a:ahLst/>
            <a:cxnLst/>
            <a:rect r="r" b="b" t="t" l="l"/>
            <a:pathLst>
              <a:path h="830211" w="4396883">
                <a:moveTo>
                  <a:pt x="0" y="0"/>
                </a:moveTo>
                <a:lnTo>
                  <a:pt x="4396882" y="0"/>
                </a:lnTo>
                <a:lnTo>
                  <a:pt x="4396882" y="830211"/>
                </a:lnTo>
                <a:lnTo>
                  <a:pt x="0" y="8302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9502" r="0" b="-9502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8409805">
            <a:off x="11456999" y="4573867"/>
            <a:ext cx="2026333" cy="776029"/>
            <a:chOff x="0" y="0"/>
            <a:chExt cx="1660812" cy="63604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660812" cy="636044"/>
            </a:xfrm>
            <a:custGeom>
              <a:avLst/>
              <a:gdLst/>
              <a:ahLst/>
              <a:cxnLst/>
              <a:rect r="r" b="b" t="t" l="l"/>
              <a:pathLst>
                <a:path h="636044" w="1660812">
                  <a:moveTo>
                    <a:pt x="1660812" y="318022"/>
                  </a:moveTo>
                  <a:lnTo>
                    <a:pt x="1254412" y="0"/>
                  </a:lnTo>
                  <a:lnTo>
                    <a:pt x="1254412" y="203200"/>
                  </a:lnTo>
                  <a:lnTo>
                    <a:pt x="0" y="203200"/>
                  </a:lnTo>
                  <a:lnTo>
                    <a:pt x="0" y="432844"/>
                  </a:lnTo>
                  <a:lnTo>
                    <a:pt x="1254412" y="432844"/>
                  </a:lnTo>
                  <a:lnTo>
                    <a:pt x="1254412" y="636044"/>
                  </a:lnTo>
                  <a:lnTo>
                    <a:pt x="1660812" y="318022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184150"/>
              <a:ext cx="1559212" cy="24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3630169" y="5304664"/>
            <a:ext cx="3222391" cy="1208396"/>
          </a:xfrm>
          <a:custGeom>
            <a:avLst/>
            <a:gdLst/>
            <a:ahLst/>
            <a:cxnLst/>
            <a:rect r="r" b="b" t="t" l="l"/>
            <a:pathLst>
              <a:path h="1208396" w="3222391">
                <a:moveTo>
                  <a:pt x="0" y="0"/>
                </a:moveTo>
                <a:lnTo>
                  <a:pt x="3222390" y="0"/>
                </a:lnTo>
                <a:lnTo>
                  <a:pt x="3222390" y="1208396"/>
                </a:lnTo>
                <a:lnTo>
                  <a:pt x="0" y="1208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240971" y="7362160"/>
            <a:ext cx="4073361" cy="1028227"/>
          </a:xfrm>
          <a:custGeom>
            <a:avLst/>
            <a:gdLst/>
            <a:ahLst/>
            <a:cxnLst/>
            <a:rect r="r" b="b" t="t" l="l"/>
            <a:pathLst>
              <a:path h="1028227" w="4073361">
                <a:moveTo>
                  <a:pt x="0" y="0"/>
                </a:moveTo>
                <a:lnTo>
                  <a:pt x="4073360" y="0"/>
                </a:lnTo>
                <a:lnTo>
                  <a:pt x="4073360" y="1028227"/>
                </a:lnTo>
                <a:lnTo>
                  <a:pt x="0" y="10282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291569" y="7131761"/>
            <a:ext cx="6267883" cy="2405300"/>
          </a:xfrm>
          <a:custGeom>
            <a:avLst/>
            <a:gdLst/>
            <a:ahLst/>
            <a:cxnLst/>
            <a:rect r="r" b="b" t="t" l="l"/>
            <a:pathLst>
              <a:path h="2405300" w="6267883">
                <a:moveTo>
                  <a:pt x="0" y="0"/>
                </a:moveTo>
                <a:lnTo>
                  <a:pt x="6267883" y="0"/>
                </a:lnTo>
                <a:lnTo>
                  <a:pt x="6267883" y="2405300"/>
                </a:lnTo>
                <a:lnTo>
                  <a:pt x="0" y="24053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2765288" y="2056359"/>
            <a:ext cx="5262271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Añadir, modificar y cancelar ofertas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8700" y="2339451"/>
            <a:ext cx="5446353" cy="489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2721" spc="26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Ver/ Cancelar contratos</a:t>
            </a:r>
          </a:p>
        </p:txBody>
      </p:sp>
      <p:grpSp>
        <p:nvGrpSpPr>
          <p:cNvPr name="Group 27" id="27"/>
          <p:cNvGrpSpPr/>
          <p:nvPr/>
        </p:nvGrpSpPr>
        <p:grpSpPr>
          <a:xfrm rot="5400000">
            <a:off x="14690486" y="4518281"/>
            <a:ext cx="1174330" cy="666276"/>
            <a:chOff x="0" y="0"/>
            <a:chExt cx="962498" cy="54608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62498" cy="546089"/>
            </a:xfrm>
            <a:custGeom>
              <a:avLst/>
              <a:gdLst/>
              <a:ahLst/>
              <a:cxnLst/>
              <a:rect r="r" b="b" t="t" l="l"/>
              <a:pathLst>
                <a:path h="546089" w="962498">
                  <a:moveTo>
                    <a:pt x="962498" y="273045"/>
                  </a:moveTo>
                  <a:lnTo>
                    <a:pt x="556098" y="0"/>
                  </a:lnTo>
                  <a:lnTo>
                    <a:pt x="556098" y="203200"/>
                  </a:lnTo>
                  <a:lnTo>
                    <a:pt x="0" y="203200"/>
                  </a:lnTo>
                  <a:lnTo>
                    <a:pt x="0" y="342889"/>
                  </a:lnTo>
                  <a:lnTo>
                    <a:pt x="556098" y="342889"/>
                  </a:lnTo>
                  <a:lnTo>
                    <a:pt x="556098" y="546089"/>
                  </a:lnTo>
                  <a:lnTo>
                    <a:pt x="962498" y="2730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184150"/>
              <a:ext cx="860898" cy="1587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5400000">
            <a:off x="15674505" y="5752922"/>
            <a:ext cx="2710871" cy="666276"/>
            <a:chOff x="0" y="0"/>
            <a:chExt cx="2221869" cy="54608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21869" cy="546089"/>
            </a:xfrm>
            <a:custGeom>
              <a:avLst/>
              <a:gdLst/>
              <a:ahLst/>
              <a:cxnLst/>
              <a:rect r="r" b="b" t="t" l="l"/>
              <a:pathLst>
                <a:path h="546089" w="2221869">
                  <a:moveTo>
                    <a:pt x="2221869" y="273045"/>
                  </a:moveTo>
                  <a:lnTo>
                    <a:pt x="1815469" y="0"/>
                  </a:lnTo>
                  <a:lnTo>
                    <a:pt x="1815469" y="203200"/>
                  </a:lnTo>
                  <a:lnTo>
                    <a:pt x="0" y="203200"/>
                  </a:lnTo>
                  <a:lnTo>
                    <a:pt x="0" y="342889"/>
                  </a:lnTo>
                  <a:lnTo>
                    <a:pt x="1815469" y="342889"/>
                  </a:lnTo>
                  <a:lnTo>
                    <a:pt x="1815469" y="546089"/>
                  </a:lnTo>
                  <a:lnTo>
                    <a:pt x="2221869" y="273045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184150"/>
              <a:ext cx="2120269" cy="1587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7021779" y="9495287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36071" y="313458"/>
            <a:ext cx="3910547" cy="923910"/>
            <a:chOff x="0" y="0"/>
            <a:chExt cx="909243" cy="2148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09243" cy="214819"/>
            </a:xfrm>
            <a:custGeom>
              <a:avLst/>
              <a:gdLst/>
              <a:ahLst/>
              <a:cxnLst/>
              <a:rect r="r" b="b" t="t" l="l"/>
              <a:pathLst>
                <a:path h="214819" w="909243">
                  <a:moveTo>
                    <a:pt x="15838" y="0"/>
                  </a:moveTo>
                  <a:lnTo>
                    <a:pt x="893405" y="0"/>
                  </a:lnTo>
                  <a:cubicBezTo>
                    <a:pt x="897605" y="0"/>
                    <a:pt x="901634" y="1669"/>
                    <a:pt x="904604" y="4639"/>
                  </a:cubicBezTo>
                  <a:cubicBezTo>
                    <a:pt x="907574" y="7609"/>
                    <a:pt x="909243" y="11638"/>
                    <a:pt x="909243" y="15838"/>
                  </a:cubicBezTo>
                  <a:lnTo>
                    <a:pt x="909243" y="198981"/>
                  </a:lnTo>
                  <a:cubicBezTo>
                    <a:pt x="909243" y="203181"/>
                    <a:pt x="907574" y="207210"/>
                    <a:pt x="904604" y="210180"/>
                  </a:cubicBezTo>
                  <a:cubicBezTo>
                    <a:pt x="901634" y="213150"/>
                    <a:pt x="897605" y="214819"/>
                    <a:pt x="893405" y="214819"/>
                  </a:cubicBezTo>
                  <a:lnTo>
                    <a:pt x="15838" y="214819"/>
                  </a:lnTo>
                  <a:cubicBezTo>
                    <a:pt x="11638" y="214819"/>
                    <a:pt x="7609" y="213150"/>
                    <a:pt x="4639" y="210180"/>
                  </a:cubicBezTo>
                  <a:cubicBezTo>
                    <a:pt x="1669" y="207210"/>
                    <a:pt x="0" y="203181"/>
                    <a:pt x="0" y="198981"/>
                  </a:cubicBezTo>
                  <a:lnTo>
                    <a:pt x="0" y="15838"/>
                  </a:lnTo>
                  <a:cubicBezTo>
                    <a:pt x="0" y="11638"/>
                    <a:pt x="1669" y="7609"/>
                    <a:pt x="4639" y="4639"/>
                  </a:cubicBezTo>
                  <a:cubicBezTo>
                    <a:pt x="7609" y="1669"/>
                    <a:pt x="11638" y="0"/>
                    <a:pt x="15838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909243" cy="29101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11392" y="2031781"/>
            <a:ext cx="6424680" cy="1574047"/>
          </a:xfrm>
          <a:custGeom>
            <a:avLst/>
            <a:gdLst/>
            <a:ahLst/>
            <a:cxnLst/>
            <a:rect r="r" b="b" t="t" l="l"/>
            <a:pathLst>
              <a:path h="1574047" w="6424680">
                <a:moveTo>
                  <a:pt x="0" y="0"/>
                </a:moveTo>
                <a:lnTo>
                  <a:pt x="6424679" y="0"/>
                </a:lnTo>
                <a:lnTo>
                  <a:pt x="6424679" y="1574046"/>
                </a:lnTo>
                <a:lnTo>
                  <a:pt x="0" y="15740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37734" y="4799819"/>
            <a:ext cx="6647820" cy="1670265"/>
          </a:xfrm>
          <a:custGeom>
            <a:avLst/>
            <a:gdLst/>
            <a:ahLst/>
            <a:cxnLst/>
            <a:rect r="r" b="b" t="t" l="l"/>
            <a:pathLst>
              <a:path h="1670265" w="6647820">
                <a:moveTo>
                  <a:pt x="0" y="0"/>
                </a:moveTo>
                <a:lnTo>
                  <a:pt x="6647820" y="0"/>
                </a:lnTo>
                <a:lnTo>
                  <a:pt x="6647820" y="1670264"/>
                </a:lnTo>
                <a:lnTo>
                  <a:pt x="0" y="16702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475907" y="3029854"/>
            <a:ext cx="5826726" cy="2134038"/>
          </a:xfrm>
          <a:custGeom>
            <a:avLst/>
            <a:gdLst/>
            <a:ahLst/>
            <a:cxnLst/>
            <a:rect r="r" b="b" t="t" l="l"/>
            <a:pathLst>
              <a:path h="2134038" w="5826726">
                <a:moveTo>
                  <a:pt x="0" y="0"/>
                </a:moveTo>
                <a:lnTo>
                  <a:pt x="5826725" y="0"/>
                </a:lnTo>
                <a:lnTo>
                  <a:pt x="5826725" y="2134038"/>
                </a:lnTo>
                <a:lnTo>
                  <a:pt x="0" y="21340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52825" y="7420679"/>
            <a:ext cx="6017638" cy="2585133"/>
          </a:xfrm>
          <a:custGeom>
            <a:avLst/>
            <a:gdLst/>
            <a:ahLst/>
            <a:cxnLst/>
            <a:rect r="r" b="b" t="t" l="l"/>
            <a:pathLst>
              <a:path h="2585133" w="6017638">
                <a:moveTo>
                  <a:pt x="0" y="0"/>
                </a:moveTo>
                <a:lnTo>
                  <a:pt x="6017638" y="0"/>
                </a:lnTo>
                <a:lnTo>
                  <a:pt x="6017638" y="2585133"/>
                </a:lnTo>
                <a:lnTo>
                  <a:pt x="0" y="258513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306" t="0" r="-5914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9962497" y="6983200"/>
            <a:ext cx="6853546" cy="1816190"/>
          </a:xfrm>
          <a:custGeom>
            <a:avLst/>
            <a:gdLst/>
            <a:ahLst/>
            <a:cxnLst/>
            <a:rect r="r" b="b" t="t" l="l"/>
            <a:pathLst>
              <a:path h="1816190" w="6853546">
                <a:moveTo>
                  <a:pt x="0" y="0"/>
                </a:moveTo>
                <a:lnTo>
                  <a:pt x="6853545" y="0"/>
                </a:lnTo>
                <a:lnTo>
                  <a:pt x="6853545" y="1816189"/>
                </a:lnTo>
                <a:lnTo>
                  <a:pt x="0" y="18161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285869" y="1256713"/>
            <a:ext cx="3421147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clientes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285869" y="4020673"/>
            <a:ext cx="3590608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empresa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399630" y="2163374"/>
            <a:ext cx="4296694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horarios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285869" y="6679352"/>
            <a:ext cx="3505877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CRUD servicios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852559" y="9594810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9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399630" y="5938588"/>
            <a:ext cx="4296694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Panel de contratos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37244" y="580867"/>
            <a:ext cx="3910547" cy="895666"/>
            <a:chOff x="0" y="0"/>
            <a:chExt cx="909243" cy="20825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09243" cy="208252"/>
            </a:xfrm>
            <a:custGeom>
              <a:avLst/>
              <a:gdLst/>
              <a:ahLst/>
              <a:cxnLst/>
              <a:rect r="r" b="b" t="t" l="l"/>
              <a:pathLst>
                <a:path h="208252" w="909243">
                  <a:moveTo>
                    <a:pt x="15838" y="0"/>
                  </a:moveTo>
                  <a:lnTo>
                    <a:pt x="893405" y="0"/>
                  </a:lnTo>
                  <a:cubicBezTo>
                    <a:pt x="897605" y="0"/>
                    <a:pt x="901634" y="1669"/>
                    <a:pt x="904604" y="4639"/>
                  </a:cubicBezTo>
                  <a:cubicBezTo>
                    <a:pt x="907574" y="7609"/>
                    <a:pt x="909243" y="11638"/>
                    <a:pt x="909243" y="15838"/>
                  </a:cubicBezTo>
                  <a:lnTo>
                    <a:pt x="909243" y="192414"/>
                  </a:lnTo>
                  <a:cubicBezTo>
                    <a:pt x="909243" y="196614"/>
                    <a:pt x="907574" y="200643"/>
                    <a:pt x="904604" y="203613"/>
                  </a:cubicBezTo>
                  <a:cubicBezTo>
                    <a:pt x="901634" y="206583"/>
                    <a:pt x="897605" y="208252"/>
                    <a:pt x="893405" y="208252"/>
                  </a:cubicBezTo>
                  <a:lnTo>
                    <a:pt x="15838" y="208252"/>
                  </a:lnTo>
                  <a:cubicBezTo>
                    <a:pt x="11638" y="208252"/>
                    <a:pt x="7609" y="206583"/>
                    <a:pt x="4639" y="203613"/>
                  </a:cubicBezTo>
                  <a:cubicBezTo>
                    <a:pt x="1669" y="200643"/>
                    <a:pt x="0" y="196614"/>
                    <a:pt x="0" y="192414"/>
                  </a:cubicBezTo>
                  <a:lnTo>
                    <a:pt x="0" y="15838"/>
                  </a:lnTo>
                  <a:cubicBezTo>
                    <a:pt x="0" y="11638"/>
                    <a:pt x="1669" y="7609"/>
                    <a:pt x="4639" y="4639"/>
                  </a:cubicBezTo>
                  <a:cubicBezTo>
                    <a:pt x="7609" y="1669"/>
                    <a:pt x="11638" y="0"/>
                    <a:pt x="15838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909243" cy="28445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3853242" y="3408876"/>
            <a:ext cx="8153925" cy="4714137"/>
          </a:xfrm>
          <a:custGeom>
            <a:avLst/>
            <a:gdLst/>
            <a:ahLst/>
            <a:cxnLst/>
            <a:rect r="r" b="b" t="t" l="l"/>
            <a:pathLst>
              <a:path h="4714137" w="8153925">
                <a:moveTo>
                  <a:pt x="0" y="0"/>
                </a:moveTo>
                <a:lnTo>
                  <a:pt x="8153924" y="0"/>
                </a:lnTo>
                <a:lnTo>
                  <a:pt x="8153924" y="4714137"/>
                </a:lnTo>
                <a:lnTo>
                  <a:pt x="0" y="471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90" t="0" r="-139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853242" y="8659398"/>
            <a:ext cx="8153925" cy="1197803"/>
          </a:xfrm>
          <a:custGeom>
            <a:avLst/>
            <a:gdLst/>
            <a:ahLst/>
            <a:cxnLst/>
            <a:rect r="r" b="b" t="t" l="l"/>
            <a:pathLst>
              <a:path h="1197803" w="8153925">
                <a:moveTo>
                  <a:pt x="0" y="0"/>
                </a:moveTo>
                <a:lnTo>
                  <a:pt x="8153924" y="0"/>
                </a:lnTo>
                <a:lnTo>
                  <a:pt x="8153924" y="1197804"/>
                </a:lnTo>
                <a:lnTo>
                  <a:pt x="0" y="11978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14874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387619" y="3408876"/>
            <a:ext cx="3854721" cy="1734624"/>
          </a:xfrm>
          <a:custGeom>
            <a:avLst/>
            <a:gdLst/>
            <a:ahLst/>
            <a:cxnLst/>
            <a:rect r="r" b="b" t="t" l="l"/>
            <a:pathLst>
              <a:path h="1734624" w="3854721">
                <a:moveTo>
                  <a:pt x="0" y="0"/>
                </a:moveTo>
                <a:lnTo>
                  <a:pt x="3854721" y="0"/>
                </a:lnTo>
                <a:lnTo>
                  <a:pt x="3854721" y="1734624"/>
                </a:lnTo>
                <a:lnTo>
                  <a:pt x="0" y="17346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738790" y="8321483"/>
            <a:ext cx="1382147" cy="1535718"/>
          </a:xfrm>
          <a:custGeom>
            <a:avLst/>
            <a:gdLst/>
            <a:ahLst/>
            <a:cxnLst/>
            <a:rect r="r" b="b" t="t" l="l"/>
            <a:pathLst>
              <a:path h="1535718" w="1382147">
                <a:moveTo>
                  <a:pt x="0" y="0"/>
                </a:moveTo>
                <a:lnTo>
                  <a:pt x="1382146" y="0"/>
                </a:lnTo>
                <a:lnTo>
                  <a:pt x="1382146" y="1535719"/>
                </a:lnTo>
                <a:lnTo>
                  <a:pt x="0" y="15357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387619" y="5443408"/>
            <a:ext cx="3914299" cy="2514937"/>
          </a:xfrm>
          <a:custGeom>
            <a:avLst/>
            <a:gdLst/>
            <a:ahLst/>
            <a:cxnLst/>
            <a:rect r="r" b="b" t="t" l="l"/>
            <a:pathLst>
              <a:path h="2514937" w="3914299">
                <a:moveTo>
                  <a:pt x="0" y="0"/>
                </a:moveTo>
                <a:lnTo>
                  <a:pt x="3914300" y="0"/>
                </a:lnTo>
                <a:lnTo>
                  <a:pt x="3914300" y="2514937"/>
                </a:lnTo>
                <a:lnTo>
                  <a:pt x="0" y="25149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498467" y="2204835"/>
            <a:ext cx="12459057" cy="53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Consultar dashboard (métrica de uso del aplicativo)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852559" y="9658764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85550" y="-131220"/>
            <a:ext cx="9534019" cy="1112295"/>
            <a:chOff x="0" y="0"/>
            <a:chExt cx="1876002" cy="21886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218865"/>
            </a:xfrm>
            <a:custGeom>
              <a:avLst/>
              <a:gdLst/>
              <a:ahLst/>
              <a:cxnLst/>
              <a:rect r="r" b="b" t="t" l="l"/>
              <a:pathLst>
                <a:path h="218865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218865"/>
                  </a:lnTo>
                  <a:lnTo>
                    <a:pt x="1876002" y="218865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51786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237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852707" y="981075"/>
            <a:ext cx="6499611" cy="810936"/>
            <a:chOff x="0" y="0"/>
            <a:chExt cx="1511227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11227" cy="188551"/>
            </a:xfrm>
            <a:custGeom>
              <a:avLst/>
              <a:gdLst/>
              <a:ahLst/>
              <a:cxnLst/>
              <a:rect r="r" b="b" t="t" l="l"/>
              <a:pathLst>
                <a:path h="188551" w="1511227">
                  <a:moveTo>
                    <a:pt x="9529" y="0"/>
                  </a:moveTo>
                  <a:lnTo>
                    <a:pt x="1501698" y="0"/>
                  </a:lnTo>
                  <a:cubicBezTo>
                    <a:pt x="1504225" y="0"/>
                    <a:pt x="1506649" y="1004"/>
                    <a:pt x="1508436" y="2791"/>
                  </a:cubicBezTo>
                  <a:cubicBezTo>
                    <a:pt x="1510223" y="4578"/>
                    <a:pt x="1511227" y="7002"/>
                    <a:pt x="1511227" y="9529"/>
                  </a:cubicBezTo>
                  <a:lnTo>
                    <a:pt x="1511227" y="179022"/>
                  </a:lnTo>
                  <a:cubicBezTo>
                    <a:pt x="1511227" y="181549"/>
                    <a:pt x="1510223" y="183973"/>
                    <a:pt x="1508436" y="185760"/>
                  </a:cubicBezTo>
                  <a:cubicBezTo>
                    <a:pt x="1506649" y="187547"/>
                    <a:pt x="1504225" y="188551"/>
                    <a:pt x="1501698" y="188551"/>
                  </a:cubicBezTo>
                  <a:lnTo>
                    <a:pt x="9529" y="188551"/>
                  </a:lnTo>
                  <a:cubicBezTo>
                    <a:pt x="4266" y="188551"/>
                    <a:pt x="0" y="184285"/>
                    <a:pt x="0" y="179022"/>
                  </a:cubicBezTo>
                  <a:lnTo>
                    <a:pt x="0" y="9529"/>
                  </a:lnTo>
                  <a:cubicBezTo>
                    <a:pt x="0" y="7002"/>
                    <a:pt x="1004" y="4578"/>
                    <a:pt x="2791" y="2791"/>
                  </a:cubicBezTo>
                  <a:cubicBezTo>
                    <a:pt x="4578" y="1004"/>
                    <a:pt x="7002" y="0"/>
                    <a:pt x="9529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511227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NUEVAS FUNCIONALIDADES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3268237" y="4361642"/>
            <a:ext cx="3745142" cy="4896658"/>
          </a:xfrm>
          <a:custGeom>
            <a:avLst/>
            <a:gdLst/>
            <a:ahLst/>
            <a:cxnLst/>
            <a:rect r="r" b="b" t="t" l="l"/>
            <a:pathLst>
              <a:path h="4896658" w="3745142">
                <a:moveTo>
                  <a:pt x="0" y="0"/>
                </a:moveTo>
                <a:lnTo>
                  <a:pt x="3745142" y="0"/>
                </a:lnTo>
                <a:lnTo>
                  <a:pt x="3745142" y="4896658"/>
                </a:lnTo>
                <a:lnTo>
                  <a:pt x="0" y="48966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663" t="-5342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73941" y="5943706"/>
            <a:ext cx="1732321" cy="1732531"/>
          </a:xfrm>
          <a:custGeom>
            <a:avLst/>
            <a:gdLst/>
            <a:ahLst/>
            <a:cxnLst/>
            <a:rect r="r" b="b" t="t" l="l"/>
            <a:pathLst>
              <a:path h="1732531" w="1732321">
                <a:moveTo>
                  <a:pt x="0" y="0"/>
                </a:moveTo>
                <a:lnTo>
                  <a:pt x="1732321" y="0"/>
                </a:lnTo>
                <a:lnTo>
                  <a:pt x="1732321" y="1732530"/>
                </a:lnTo>
                <a:lnTo>
                  <a:pt x="0" y="17325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8504" t="-12334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384693" y="4452445"/>
            <a:ext cx="3089437" cy="4805855"/>
          </a:xfrm>
          <a:custGeom>
            <a:avLst/>
            <a:gdLst/>
            <a:ahLst/>
            <a:cxnLst/>
            <a:rect r="r" b="b" t="t" l="l"/>
            <a:pathLst>
              <a:path h="4805855" w="3089437">
                <a:moveTo>
                  <a:pt x="0" y="0"/>
                </a:moveTo>
                <a:lnTo>
                  <a:pt x="3089437" y="0"/>
                </a:lnTo>
                <a:lnTo>
                  <a:pt x="3089437" y="4805855"/>
                </a:lnTo>
                <a:lnTo>
                  <a:pt x="0" y="48058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708" t="0" r="-2708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308081" y="5943706"/>
            <a:ext cx="1514637" cy="1732531"/>
          </a:xfrm>
          <a:custGeom>
            <a:avLst/>
            <a:gdLst/>
            <a:ahLst/>
            <a:cxnLst/>
            <a:rect r="r" b="b" t="t" l="l"/>
            <a:pathLst>
              <a:path h="1732531" w="1514637">
                <a:moveTo>
                  <a:pt x="0" y="0"/>
                </a:moveTo>
                <a:lnTo>
                  <a:pt x="1514637" y="0"/>
                </a:lnTo>
                <a:lnTo>
                  <a:pt x="1514637" y="1732530"/>
                </a:lnTo>
                <a:lnTo>
                  <a:pt x="0" y="17325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13815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169414" y="3084858"/>
            <a:ext cx="7510957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Ticket (mensaje) a soporte técnico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33108" y="3084858"/>
            <a:ext cx="8047518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999" spc="29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Chat con un bot para dudas sobre el aplicativo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852559" y="9649686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765" y="359104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1754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91677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105543" y="9698121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42505" y="2544721"/>
            <a:ext cx="4668130" cy="5341511"/>
            <a:chOff x="0" y="0"/>
            <a:chExt cx="1428497" cy="16345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28497" cy="1634559"/>
            </a:xfrm>
            <a:custGeom>
              <a:avLst/>
              <a:gdLst/>
              <a:ahLst/>
              <a:cxnLst/>
              <a:rect r="r" b="b" t="t" l="l"/>
              <a:pathLst>
                <a:path h="1634559" w="1428497">
                  <a:moveTo>
                    <a:pt x="33169" y="0"/>
                  </a:moveTo>
                  <a:lnTo>
                    <a:pt x="1395328" y="0"/>
                  </a:lnTo>
                  <a:cubicBezTo>
                    <a:pt x="1413647" y="0"/>
                    <a:pt x="1428497" y="14850"/>
                    <a:pt x="1428497" y="33169"/>
                  </a:cubicBezTo>
                  <a:lnTo>
                    <a:pt x="1428497" y="1601390"/>
                  </a:lnTo>
                  <a:cubicBezTo>
                    <a:pt x="1428497" y="1610187"/>
                    <a:pt x="1425003" y="1618624"/>
                    <a:pt x="1418782" y="1624844"/>
                  </a:cubicBezTo>
                  <a:cubicBezTo>
                    <a:pt x="1412562" y="1631065"/>
                    <a:pt x="1404125" y="1634559"/>
                    <a:pt x="1395328" y="1634559"/>
                  </a:cubicBezTo>
                  <a:lnTo>
                    <a:pt x="33169" y="1634559"/>
                  </a:lnTo>
                  <a:cubicBezTo>
                    <a:pt x="14850" y="1634559"/>
                    <a:pt x="0" y="1619709"/>
                    <a:pt x="0" y="1601390"/>
                  </a:cubicBezTo>
                  <a:lnTo>
                    <a:pt x="0" y="33169"/>
                  </a:lnTo>
                  <a:cubicBezTo>
                    <a:pt x="0" y="14850"/>
                    <a:pt x="14850" y="0"/>
                    <a:pt x="3316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363636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428497" cy="16536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625431" y="2544721"/>
            <a:ext cx="4668130" cy="5341511"/>
            <a:chOff x="0" y="0"/>
            <a:chExt cx="1428497" cy="16345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428497" cy="1634559"/>
            </a:xfrm>
            <a:custGeom>
              <a:avLst/>
              <a:gdLst/>
              <a:ahLst/>
              <a:cxnLst/>
              <a:rect r="r" b="b" t="t" l="l"/>
              <a:pathLst>
                <a:path h="1634559" w="1428497">
                  <a:moveTo>
                    <a:pt x="33169" y="0"/>
                  </a:moveTo>
                  <a:lnTo>
                    <a:pt x="1395328" y="0"/>
                  </a:lnTo>
                  <a:cubicBezTo>
                    <a:pt x="1413647" y="0"/>
                    <a:pt x="1428497" y="14850"/>
                    <a:pt x="1428497" y="33169"/>
                  </a:cubicBezTo>
                  <a:lnTo>
                    <a:pt x="1428497" y="1601390"/>
                  </a:lnTo>
                  <a:cubicBezTo>
                    <a:pt x="1428497" y="1610187"/>
                    <a:pt x="1425003" y="1618624"/>
                    <a:pt x="1418782" y="1624844"/>
                  </a:cubicBezTo>
                  <a:cubicBezTo>
                    <a:pt x="1412562" y="1631065"/>
                    <a:pt x="1404125" y="1634559"/>
                    <a:pt x="1395328" y="1634559"/>
                  </a:cubicBezTo>
                  <a:lnTo>
                    <a:pt x="33169" y="1634559"/>
                  </a:lnTo>
                  <a:cubicBezTo>
                    <a:pt x="14850" y="1634559"/>
                    <a:pt x="0" y="1619709"/>
                    <a:pt x="0" y="1601390"/>
                  </a:cubicBezTo>
                  <a:lnTo>
                    <a:pt x="0" y="33169"/>
                  </a:lnTo>
                  <a:cubicBezTo>
                    <a:pt x="0" y="14850"/>
                    <a:pt x="14850" y="0"/>
                    <a:pt x="3316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363636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428497" cy="16536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751945" y="2544721"/>
            <a:ext cx="4668130" cy="5341511"/>
            <a:chOff x="0" y="0"/>
            <a:chExt cx="1428497" cy="16345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28497" cy="1634559"/>
            </a:xfrm>
            <a:custGeom>
              <a:avLst/>
              <a:gdLst/>
              <a:ahLst/>
              <a:cxnLst/>
              <a:rect r="r" b="b" t="t" l="l"/>
              <a:pathLst>
                <a:path h="1634559" w="1428497">
                  <a:moveTo>
                    <a:pt x="33169" y="0"/>
                  </a:moveTo>
                  <a:lnTo>
                    <a:pt x="1395328" y="0"/>
                  </a:lnTo>
                  <a:cubicBezTo>
                    <a:pt x="1413647" y="0"/>
                    <a:pt x="1428497" y="14850"/>
                    <a:pt x="1428497" y="33169"/>
                  </a:cubicBezTo>
                  <a:lnTo>
                    <a:pt x="1428497" y="1601390"/>
                  </a:lnTo>
                  <a:cubicBezTo>
                    <a:pt x="1428497" y="1610187"/>
                    <a:pt x="1425003" y="1618624"/>
                    <a:pt x="1418782" y="1624844"/>
                  </a:cubicBezTo>
                  <a:cubicBezTo>
                    <a:pt x="1412562" y="1631065"/>
                    <a:pt x="1404125" y="1634559"/>
                    <a:pt x="1395328" y="1634559"/>
                  </a:cubicBezTo>
                  <a:lnTo>
                    <a:pt x="33169" y="1634559"/>
                  </a:lnTo>
                  <a:cubicBezTo>
                    <a:pt x="14850" y="1634559"/>
                    <a:pt x="0" y="1619709"/>
                    <a:pt x="0" y="1601390"/>
                  </a:cubicBezTo>
                  <a:lnTo>
                    <a:pt x="0" y="33169"/>
                  </a:lnTo>
                  <a:cubicBezTo>
                    <a:pt x="0" y="14850"/>
                    <a:pt x="14850" y="0"/>
                    <a:pt x="3316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363636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28497" cy="16536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2610870" y="2795568"/>
            <a:ext cx="1078897" cy="1596328"/>
          </a:xfrm>
          <a:custGeom>
            <a:avLst/>
            <a:gdLst/>
            <a:ahLst/>
            <a:cxnLst/>
            <a:rect r="r" b="b" t="t" l="l"/>
            <a:pathLst>
              <a:path h="1596328" w="1078897">
                <a:moveTo>
                  <a:pt x="0" y="0"/>
                </a:moveTo>
                <a:lnTo>
                  <a:pt x="1078897" y="0"/>
                </a:lnTo>
                <a:lnTo>
                  <a:pt x="1078897" y="1596328"/>
                </a:lnTo>
                <a:lnTo>
                  <a:pt x="0" y="15963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18173" y="4781415"/>
            <a:ext cx="1336683" cy="1336683"/>
          </a:xfrm>
          <a:custGeom>
            <a:avLst/>
            <a:gdLst/>
            <a:ahLst/>
            <a:cxnLst/>
            <a:rect r="r" b="b" t="t" l="l"/>
            <a:pathLst>
              <a:path h="1336683" w="1336683">
                <a:moveTo>
                  <a:pt x="0" y="0"/>
                </a:moveTo>
                <a:lnTo>
                  <a:pt x="1336682" y="0"/>
                </a:lnTo>
                <a:lnTo>
                  <a:pt x="1336682" y="1336682"/>
                </a:lnTo>
                <a:lnTo>
                  <a:pt x="0" y="13366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62158" y="6269029"/>
            <a:ext cx="1448711" cy="1298572"/>
          </a:xfrm>
          <a:custGeom>
            <a:avLst/>
            <a:gdLst/>
            <a:ahLst/>
            <a:cxnLst/>
            <a:rect r="r" b="b" t="t" l="l"/>
            <a:pathLst>
              <a:path h="1298572" w="1448711">
                <a:moveTo>
                  <a:pt x="0" y="0"/>
                </a:moveTo>
                <a:lnTo>
                  <a:pt x="1448712" y="0"/>
                </a:lnTo>
                <a:lnTo>
                  <a:pt x="1448712" y="1298572"/>
                </a:lnTo>
                <a:lnTo>
                  <a:pt x="0" y="12985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3831802" y="5449756"/>
            <a:ext cx="1075134" cy="940254"/>
          </a:xfrm>
          <a:custGeom>
            <a:avLst/>
            <a:gdLst/>
            <a:ahLst/>
            <a:cxnLst/>
            <a:rect r="r" b="b" t="t" l="l"/>
            <a:pathLst>
              <a:path h="940254" w="1075134">
                <a:moveTo>
                  <a:pt x="0" y="0"/>
                </a:moveTo>
                <a:lnTo>
                  <a:pt x="1075134" y="0"/>
                </a:lnTo>
                <a:lnTo>
                  <a:pt x="1075134" y="940254"/>
                </a:lnTo>
                <a:lnTo>
                  <a:pt x="0" y="9402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1827227">
            <a:off x="2937183" y="5252586"/>
            <a:ext cx="936949" cy="674603"/>
          </a:xfrm>
          <a:custGeom>
            <a:avLst/>
            <a:gdLst/>
            <a:ahLst/>
            <a:cxnLst/>
            <a:rect r="r" b="b" t="t" l="l"/>
            <a:pathLst>
              <a:path h="674603" w="936949">
                <a:moveTo>
                  <a:pt x="0" y="0"/>
                </a:moveTo>
                <a:lnTo>
                  <a:pt x="936949" y="0"/>
                </a:lnTo>
                <a:lnTo>
                  <a:pt x="936949" y="674603"/>
                </a:lnTo>
                <a:lnTo>
                  <a:pt x="0" y="67460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-2061641">
            <a:off x="2934886" y="6474577"/>
            <a:ext cx="936949" cy="674603"/>
          </a:xfrm>
          <a:custGeom>
            <a:avLst/>
            <a:gdLst/>
            <a:ahLst/>
            <a:cxnLst/>
            <a:rect r="r" b="b" t="t" l="l"/>
            <a:pathLst>
              <a:path h="674603" w="936949">
                <a:moveTo>
                  <a:pt x="0" y="0"/>
                </a:moveTo>
                <a:lnTo>
                  <a:pt x="936949" y="0"/>
                </a:lnTo>
                <a:lnTo>
                  <a:pt x="936949" y="674604"/>
                </a:lnTo>
                <a:lnTo>
                  <a:pt x="0" y="67460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686868" y="2795568"/>
            <a:ext cx="1078897" cy="1596328"/>
          </a:xfrm>
          <a:custGeom>
            <a:avLst/>
            <a:gdLst/>
            <a:ahLst/>
            <a:cxnLst/>
            <a:rect r="r" b="b" t="t" l="l"/>
            <a:pathLst>
              <a:path h="1596328" w="1078897">
                <a:moveTo>
                  <a:pt x="0" y="0"/>
                </a:moveTo>
                <a:lnTo>
                  <a:pt x="1078897" y="0"/>
                </a:lnTo>
                <a:lnTo>
                  <a:pt x="1078897" y="1596328"/>
                </a:lnTo>
                <a:lnTo>
                  <a:pt x="0" y="15963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572432" y="4817480"/>
            <a:ext cx="1287478" cy="1102403"/>
          </a:xfrm>
          <a:custGeom>
            <a:avLst/>
            <a:gdLst/>
            <a:ahLst/>
            <a:cxnLst/>
            <a:rect r="r" b="b" t="t" l="l"/>
            <a:pathLst>
              <a:path h="1102403" w="1287478">
                <a:moveTo>
                  <a:pt x="0" y="0"/>
                </a:moveTo>
                <a:lnTo>
                  <a:pt x="1287479" y="0"/>
                </a:lnTo>
                <a:lnTo>
                  <a:pt x="1287479" y="1102403"/>
                </a:lnTo>
                <a:lnTo>
                  <a:pt x="0" y="110240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435256" y="4736405"/>
            <a:ext cx="1183478" cy="1183478"/>
          </a:xfrm>
          <a:custGeom>
            <a:avLst/>
            <a:gdLst/>
            <a:ahLst/>
            <a:cxnLst/>
            <a:rect r="r" b="b" t="t" l="l"/>
            <a:pathLst>
              <a:path h="1183478" w="1183478">
                <a:moveTo>
                  <a:pt x="0" y="0"/>
                </a:moveTo>
                <a:lnTo>
                  <a:pt x="1183478" y="0"/>
                </a:lnTo>
                <a:lnTo>
                  <a:pt x="1183478" y="1183478"/>
                </a:lnTo>
                <a:lnTo>
                  <a:pt x="0" y="11834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390154" y="2795568"/>
            <a:ext cx="1596328" cy="1596328"/>
          </a:xfrm>
          <a:custGeom>
            <a:avLst/>
            <a:gdLst/>
            <a:ahLst/>
            <a:cxnLst/>
            <a:rect r="r" b="b" t="t" l="l"/>
            <a:pathLst>
              <a:path h="1596328" w="1596328">
                <a:moveTo>
                  <a:pt x="0" y="0"/>
                </a:moveTo>
                <a:lnTo>
                  <a:pt x="1596327" y="0"/>
                </a:lnTo>
                <a:lnTo>
                  <a:pt x="1596327" y="1596328"/>
                </a:lnTo>
                <a:lnTo>
                  <a:pt x="0" y="159632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1429268" y="6194608"/>
            <a:ext cx="1430643" cy="1160121"/>
          </a:xfrm>
          <a:custGeom>
            <a:avLst/>
            <a:gdLst/>
            <a:ahLst/>
            <a:cxnLst/>
            <a:rect r="r" b="b" t="t" l="l"/>
            <a:pathLst>
              <a:path h="1160121" w="1430643">
                <a:moveTo>
                  <a:pt x="0" y="0"/>
                </a:moveTo>
                <a:lnTo>
                  <a:pt x="1430643" y="0"/>
                </a:lnTo>
                <a:lnTo>
                  <a:pt x="1430643" y="1160121"/>
                </a:lnTo>
                <a:lnTo>
                  <a:pt x="0" y="116012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3574286" y="6342137"/>
            <a:ext cx="954598" cy="865063"/>
          </a:xfrm>
          <a:custGeom>
            <a:avLst/>
            <a:gdLst/>
            <a:ahLst/>
            <a:cxnLst/>
            <a:rect r="r" b="b" t="t" l="l"/>
            <a:pathLst>
              <a:path h="865063" w="954598">
                <a:moveTo>
                  <a:pt x="0" y="0"/>
                </a:moveTo>
                <a:lnTo>
                  <a:pt x="954597" y="0"/>
                </a:lnTo>
                <a:lnTo>
                  <a:pt x="954597" y="865063"/>
                </a:lnTo>
                <a:lnTo>
                  <a:pt x="0" y="86506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111699" y="6774669"/>
            <a:ext cx="640097" cy="580061"/>
          </a:xfrm>
          <a:custGeom>
            <a:avLst/>
            <a:gdLst/>
            <a:ahLst/>
            <a:cxnLst/>
            <a:rect r="r" b="b" t="t" l="l"/>
            <a:pathLst>
              <a:path h="580061" w="640097">
                <a:moveTo>
                  <a:pt x="0" y="0"/>
                </a:moveTo>
                <a:lnTo>
                  <a:pt x="640097" y="0"/>
                </a:lnTo>
                <a:lnTo>
                  <a:pt x="640097" y="580060"/>
                </a:lnTo>
                <a:lnTo>
                  <a:pt x="0" y="580060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6264765" y="2795568"/>
            <a:ext cx="994535" cy="1093989"/>
          </a:xfrm>
          <a:custGeom>
            <a:avLst/>
            <a:gdLst/>
            <a:ahLst/>
            <a:cxnLst/>
            <a:rect r="r" b="b" t="t" l="l"/>
            <a:pathLst>
              <a:path h="1093989" w="994535">
                <a:moveTo>
                  <a:pt x="0" y="0"/>
                </a:moveTo>
                <a:lnTo>
                  <a:pt x="994535" y="0"/>
                </a:lnTo>
                <a:lnTo>
                  <a:pt x="994535" y="1093989"/>
                </a:lnTo>
                <a:lnTo>
                  <a:pt x="0" y="1093989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6105487" y="4333610"/>
            <a:ext cx="1401526" cy="1256277"/>
          </a:xfrm>
          <a:custGeom>
            <a:avLst/>
            <a:gdLst/>
            <a:ahLst/>
            <a:cxnLst/>
            <a:rect r="r" b="b" t="t" l="l"/>
            <a:pathLst>
              <a:path h="1256277" w="1401526">
                <a:moveTo>
                  <a:pt x="0" y="0"/>
                </a:moveTo>
                <a:lnTo>
                  <a:pt x="1401526" y="0"/>
                </a:lnTo>
                <a:lnTo>
                  <a:pt x="1401526" y="1256277"/>
                </a:lnTo>
                <a:lnTo>
                  <a:pt x="0" y="1256277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6105487" y="5919883"/>
            <a:ext cx="1401526" cy="1557251"/>
          </a:xfrm>
          <a:custGeom>
            <a:avLst/>
            <a:gdLst/>
            <a:ahLst/>
            <a:cxnLst/>
            <a:rect r="r" b="b" t="t" l="l"/>
            <a:pathLst>
              <a:path h="1557251" w="1401526">
                <a:moveTo>
                  <a:pt x="0" y="0"/>
                </a:moveTo>
                <a:lnTo>
                  <a:pt x="1401526" y="0"/>
                </a:lnTo>
                <a:lnTo>
                  <a:pt x="1401526" y="1557251"/>
                </a:lnTo>
                <a:lnTo>
                  <a:pt x="0" y="1557251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7056373" y="4614983"/>
            <a:ext cx="1949835" cy="1669546"/>
          </a:xfrm>
          <a:custGeom>
            <a:avLst/>
            <a:gdLst/>
            <a:ahLst/>
            <a:cxnLst/>
            <a:rect r="r" b="b" t="t" l="l"/>
            <a:pathLst>
              <a:path h="1669546" w="1949835">
                <a:moveTo>
                  <a:pt x="0" y="0"/>
                </a:moveTo>
                <a:lnTo>
                  <a:pt x="1949835" y="0"/>
                </a:lnTo>
                <a:lnTo>
                  <a:pt x="1949835" y="1669546"/>
                </a:lnTo>
                <a:lnTo>
                  <a:pt x="0" y="166954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35140" y="6390010"/>
            <a:ext cx="1448711" cy="1298572"/>
          </a:xfrm>
          <a:custGeom>
            <a:avLst/>
            <a:gdLst/>
            <a:ahLst/>
            <a:cxnLst/>
            <a:rect r="r" b="b" t="t" l="l"/>
            <a:pathLst>
              <a:path h="1298572" w="1448711">
                <a:moveTo>
                  <a:pt x="0" y="0"/>
                </a:moveTo>
                <a:lnTo>
                  <a:pt x="1448711" y="0"/>
                </a:lnTo>
                <a:lnTo>
                  <a:pt x="1448711" y="1298572"/>
                </a:lnTo>
                <a:lnTo>
                  <a:pt x="0" y="12985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9144000" y="6698509"/>
            <a:ext cx="828115" cy="861498"/>
          </a:xfrm>
          <a:custGeom>
            <a:avLst/>
            <a:gdLst/>
            <a:ahLst/>
            <a:cxnLst/>
            <a:rect r="r" b="b" t="t" l="l"/>
            <a:pathLst>
              <a:path h="861498" w="828115">
                <a:moveTo>
                  <a:pt x="0" y="0"/>
                </a:moveTo>
                <a:lnTo>
                  <a:pt x="828115" y="0"/>
                </a:lnTo>
                <a:lnTo>
                  <a:pt x="828115" y="861498"/>
                </a:lnTo>
                <a:lnTo>
                  <a:pt x="0" y="861498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4110616" y="789079"/>
            <a:ext cx="9655149" cy="898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1"/>
              </a:lnSpc>
              <a:spcBef>
                <a:spcPct val="0"/>
              </a:spcBef>
            </a:pPr>
            <a:r>
              <a:rPr lang="en-US" sz="5283" spc="184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RESUMEN APLICATIVO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931495" y="967712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Página 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833394" y="6585475"/>
            <a:ext cx="2011615" cy="2011615"/>
          </a:xfrm>
          <a:custGeom>
            <a:avLst/>
            <a:gdLst/>
            <a:ahLst/>
            <a:cxnLst/>
            <a:rect r="r" b="b" t="t" l="l"/>
            <a:pathLst>
              <a:path h="2011615" w="2011615">
                <a:moveTo>
                  <a:pt x="0" y="0"/>
                </a:moveTo>
                <a:lnTo>
                  <a:pt x="2011614" y="0"/>
                </a:lnTo>
                <a:lnTo>
                  <a:pt x="2011614" y="2011615"/>
                </a:lnTo>
                <a:lnTo>
                  <a:pt x="0" y="201161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