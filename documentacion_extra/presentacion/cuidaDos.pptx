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Montserrat Bold" charset="1" panose="00000800000000000000"/>
      <p:regular r:id="rId17"/>
    </p:embeddedFont>
    <p:embeddedFont>
      <p:font typeface="Montserrat" charset="1" panose="00000500000000000000"/>
      <p:regular r:id="rId18"/>
    </p:embeddedFont>
    <p:embeddedFont>
      <p:font typeface="Poppins" charset="1" panose="00000500000000000000"/>
      <p:regular r:id="rId19"/>
    </p:embeddedFont>
    <p:embeddedFont>
      <p:font typeface="Poppins Bold" charset="1" panose="00000800000000000000"/>
      <p:regular r:id="rId20"/>
    </p:embeddedFont>
    <p:embeddedFont>
      <p:font typeface="Fraunces Bold" charset="1" panose="00000000000000000000"/>
      <p:regular r:id="rId21"/>
    </p:embeddedFont>
    <p:embeddedFont>
      <p:font typeface="Open Sans Bold" charset="1" panose="020B0806030504020204"/>
      <p:regular r:id="rId22"/>
    </p:embeddedFont>
    <p:embeddedFont>
      <p:font typeface="Fraunces" charset="1" panose="000000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28.png" Type="http://schemas.openxmlformats.org/officeDocument/2006/relationships/image"/><Relationship Id="rId5" Target="../media/image29.svg" Type="http://schemas.openxmlformats.org/officeDocument/2006/relationships/image"/><Relationship Id="rId6" Target="../media/image30.png" Type="http://schemas.openxmlformats.org/officeDocument/2006/relationships/image"/><Relationship Id="rId7" Target="../media/image31.svg" Type="http://schemas.openxmlformats.org/officeDocument/2006/relationships/image"/><Relationship Id="rId8" Target="../media/image32.png" Type="http://schemas.openxmlformats.org/officeDocument/2006/relationships/image"/><Relationship Id="rId9" Target="../media/image3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34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35.png" Type="http://schemas.openxmlformats.org/officeDocument/2006/relationships/image"/><Relationship Id="rId7" Target="../media/image3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762511" y="2903072"/>
            <a:ext cx="2258325" cy="4672626"/>
          </a:xfrm>
          <a:custGeom>
            <a:avLst/>
            <a:gdLst/>
            <a:ahLst/>
            <a:cxnLst/>
            <a:rect r="r" b="b" t="t" l="l"/>
            <a:pathLst>
              <a:path h="4672626" w="2258325">
                <a:moveTo>
                  <a:pt x="0" y="0"/>
                </a:moveTo>
                <a:lnTo>
                  <a:pt x="2258325" y="0"/>
                </a:lnTo>
                <a:lnTo>
                  <a:pt x="2258325" y="4672625"/>
                </a:lnTo>
                <a:lnTo>
                  <a:pt x="0" y="4672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731" t="0" r="-28511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373992" y="1988168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897867" y="7115496"/>
            <a:ext cx="952251" cy="920403"/>
            <a:chOff x="0" y="0"/>
            <a:chExt cx="840925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40925" cy="812800"/>
            </a:xfrm>
            <a:custGeom>
              <a:avLst/>
              <a:gdLst/>
              <a:ahLst/>
              <a:cxnLst/>
              <a:rect r="r" b="b" t="t" l="l"/>
              <a:pathLst>
                <a:path h="812800" w="840925">
                  <a:moveTo>
                    <a:pt x="840925" y="406400"/>
                  </a:moveTo>
                  <a:lnTo>
                    <a:pt x="434525" y="0"/>
                  </a:lnTo>
                  <a:lnTo>
                    <a:pt x="43452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34525" y="609600"/>
                  </a:lnTo>
                  <a:lnTo>
                    <a:pt x="434525" y="812800"/>
                  </a:lnTo>
                  <a:lnTo>
                    <a:pt x="840925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39325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042806" y="6599166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878614" y="3273191"/>
            <a:ext cx="6971503" cy="1762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  <a:p>
            <a:pPr algn="ctr">
              <a:lnSpc>
                <a:spcPts val="2400"/>
              </a:lnSpc>
            </a:pPr>
            <a:r>
              <a:rPr lang="en-US" b="true" sz="2000" spc="-4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FULL-STACK ARCHITECTURE</a:t>
            </a:r>
          </a:p>
          <a:p>
            <a:pPr algn="ctr">
              <a:lnSpc>
                <a:spcPts val="240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30860" y="5349389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90770" y="6051999"/>
            <a:ext cx="4381971" cy="139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IES Albarregas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Técnico Superior en Desarrollo de Aplicaciones Web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Curso: 25/26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3702460" y="3779581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8" y="0"/>
                </a:lnTo>
                <a:lnTo>
                  <a:pt x="2773098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007833" y="2355605"/>
            <a:ext cx="4272335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b="true" sz="6000" spc="-12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602952" y="3751006"/>
            <a:ext cx="7436270" cy="378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funcionalidades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Integraciones y seguridad 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48121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932714" y="3975846"/>
            <a:ext cx="4475594" cy="4161408"/>
            <a:chOff x="0" y="0"/>
            <a:chExt cx="1178757" cy="109600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096009"/>
            </a:xfrm>
            <a:custGeom>
              <a:avLst/>
              <a:gdLst/>
              <a:ahLst/>
              <a:cxnLst/>
              <a:rect r="r" b="b" t="t" l="l"/>
              <a:pathLst>
                <a:path h="1096009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6009"/>
                  </a:lnTo>
                  <a:lnTo>
                    <a:pt x="0" y="1096009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1150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324900" y="2683194"/>
            <a:ext cx="3691221" cy="754966"/>
            <a:chOff x="0" y="0"/>
            <a:chExt cx="972174" cy="1988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72174" cy="198839"/>
            </a:xfrm>
            <a:custGeom>
              <a:avLst/>
              <a:gdLst/>
              <a:ahLst/>
              <a:cxnLst/>
              <a:rect r="r" b="b" t="t" l="l"/>
              <a:pathLst>
                <a:path h="198839" w="972174">
                  <a:moveTo>
                    <a:pt x="0" y="0"/>
                  </a:moveTo>
                  <a:lnTo>
                    <a:pt x="972174" y="0"/>
                  </a:lnTo>
                  <a:lnTo>
                    <a:pt x="972174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72174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530941" y="2683194"/>
            <a:ext cx="3563827" cy="754966"/>
            <a:chOff x="0" y="0"/>
            <a:chExt cx="938621" cy="19883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8621" cy="198839"/>
            </a:xfrm>
            <a:custGeom>
              <a:avLst/>
              <a:gdLst/>
              <a:ahLst/>
              <a:cxnLst/>
              <a:rect r="r" b="b" t="t" l="l"/>
              <a:pathLst>
                <a:path h="198839" w="938621">
                  <a:moveTo>
                    <a:pt x="0" y="0"/>
                  </a:moveTo>
                  <a:lnTo>
                    <a:pt x="938621" y="0"/>
                  </a:lnTo>
                  <a:lnTo>
                    <a:pt x="938621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938621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746020" y="2683194"/>
            <a:ext cx="3086100" cy="754966"/>
            <a:chOff x="0" y="0"/>
            <a:chExt cx="812800" cy="19883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98839"/>
            </a:xfrm>
            <a:custGeom>
              <a:avLst/>
              <a:gdLst/>
              <a:ahLst/>
              <a:cxnLst/>
              <a:rect r="r" b="b" t="t" l="l"/>
              <a:pathLst>
                <a:path h="198839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51273" y="3975846"/>
            <a:ext cx="4475594" cy="4146644"/>
            <a:chOff x="0" y="0"/>
            <a:chExt cx="1178757" cy="10921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8757" cy="1092120"/>
            </a:xfrm>
            <a:custGeom>
              <a:avLst/>
              <a:gdLst/>
              <a:ahLst/>
              <a:cxnLst/>
              <a:rect r="r" b="b" t="t" l="l"/>
              <a:pathLst>
                <a:path h="1092120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178757" cy="1111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2674602" y="4326535"/>
            <a:ext cx="3363677" cy="3524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posibles conflictos.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grpSp>
        <p:nvGrpSpPr>
          <p:cNvPr name="Group 21" id="21"/>
          <p:cNvGrpSpPr/>
          <p:nvPr/>
        </p:nvGrpSpPr>
        <p:grpSpPr>
          <a:xfrm rot="0">
            <a:off x="7075058" y="4024558"/>
            <a:ext cx="4475594" cy="4146644"/>
            <a:chOff x="0" y="0"/>
            <a:chExt cx="1178757" cy="10921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78757" cy="1092120"/>
            </a:xfrm>
            <a:custGeom>
              <a:avLst/>
              <a:gdLst/>
              <a:ahLst/>
              <a:cxnLst/>
              <a:rect r="r" b="b" t="t" l="l"/>
              <a:pathLst>
                <a:path h="1092120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178757" cy="11397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530941" y="4326535"/>
            <a:ext cx="3563827" cy="3629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Aumento de la demanda de contratación de servicios de asistencia. </a:t>
            </a:r>
          </a:p>
          <a:p>
            <a:pPr algn="l">
              <a:lnSpc>
                <a:spcPts val="2873"/>
              </a:lnSpc>
            </a:pP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b="true" sz="2082" spc="204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Objetivo:</a:t>
            </a: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 con un solo clic contratar servicios adaptados a sus necesidades.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563586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359182" y="4326535"/>
            <a:ext cx="3656940" cy="3316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para contratar servicios ofrecidos por distintas empresas destinados al cuidado de personas mayores y/o personas que necesitan ayuda (dependientes).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86411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76448" y="4817276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4"/>
                </a:lnTo>
                <a:lnTo>
                  <a:pt x="0" y="33288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21658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0" y="0"/>
                  </a:moveTo>
                  <a:lnTo>
                    <a:pt x="554630" y="0"/>
                  </a:lnTo>
                  <a:lnTo>
                    <a:pt x="554630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264327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668853" y="5106603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994414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85357" y="538989"/>
            <a:ext cx="7162260" cy="1961344"/>
            <a:chOff x="0" y="0"/>
            <a:chExt cx="1012764" cy="277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2764" cy="277340"/>
            </a:xfrm>
            <a:custGeom>
              <a:avLst/>
              <a:gdLst/>
              <a:ahLst/>
              <a:cxnLst/>
              <a:rect r="r" b="b" t="t" l="l"/>
              <a:pathLst>
                <a:path h="277340" w="1012764">
                  <a:moveTo>
                    <a:pt x="809564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12764" y="277340"/>
                  </a:lnTo>
                  <a:lnTo>
                    <a:pt x="809564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809564" cy="296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8202" y="4555916"/>
            <a:ext cx="2340497" cy="2592195"/>
          </a:xfrm>
          <a:custGeom>
            <a:avLst/>
            <a:gdLst/>
            <a:ahLst/>
            <a:cxnLst/>
            <a:rect r="r" b="b" t="t" l="l"/>
            <a:pathLst>
              <a:path h="2592195" w="2340497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48451" y="6513095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56940" y="256829"/>
            <a:ext cx="12978186" cy="9620080"/>
          </a:xfrm>
          <a:custGeom>
            <a:avLst/>
            <a:gdLst/>
            <a:ahLst/>
            <a:cxnLst/>
            <a:rect r="r" b="b" t="t" l="l"/>
            <a:pathLst>
              <a:path h="9620080" w="12978186">
                <a:moveTo>
                  <a:pt x="0" y="0"/>
                </a:moveTo>
                <a:lnTo>
                  <a:pt x="12978186" y="0"/>
                </a:lnTo>
                <a:lnTo>
                  <a:pt x="12978186" y="9620080"/>
                </a:lnTo>
                <a:lnTo>
                  <a:pt x="0" y="96200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517" y="918729"/>
            <a:ext cx="2690935" cy="1144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74853" y="346612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0" y="0"/>
                  </a:moveTo>
                  <a:lnTo>
                    <a:pt x="1164415" y="0"/>
                  </a:lnTo>
                  <a:lnTo>
                    <a:pt x="1164415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0893" y="3279111"/>
            <a:ext cx="5686178" cy="1325286"/>
            <a:chOff x="0" y="0"/>
            <a:chExt cx="1322095" cy="3081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22095" cy="308143"/>
            </a:xfrm>
            <a:custGeom>
              <a:avLst/>
              <a:gdLst/>
              <a:ahLst/>
              <a:cxnLst/>
              <a:rect r="r" b="b" t="t" l="l"/>
              <a:pathLst>
                <a:path h="308143" w="1322095">
                  <a:moveTo>
                    <a:pt x="0" y="0"/>
                  </a:moveTo>
                  <a:lnTo>
                    <a:pt x="1322095" y="0"/>
                  </a:lnTo>
                  <a:lnTo>
                    <a:pt x="132209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22095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52677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0" y="0"/>
                  </a:moveTo>
                  <a:lnTo>
                    <a:pt x="1174728" y="0"/>
                  </a:lnTo>
                  <a:lnTo>
                    <a:pt x="1174728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540893" y="5143500"/>
            <a:ext cx="5665497" cy="4114800"/>
            <a:chOff x="0" y="0"/>
            <a:chExt cx="1317287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17287" cy="956734"/>
            </a:xfrm>
            <a:custGeom>
              <a:avLst/>
              <a:gdLst/>
              <a:ahLst/>
              <a:cxnLst/>
              <a:rect r="r" b="b" t="t" l="l"/>
              <a:pathLst>
                <a:path h="956734" w="1317287">
                  <a:moveTo>
                    <a:pt x="0" y="0"/>
                  </a:moveTo>
                  <a:lnTo>
                    <a:pt x="1317287" y="0"/>
                  </a:lnTo>
                  <a:lnTo>
                    <a:pt x="1317287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1728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500146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10250962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STACK TECNOLÓGICO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85190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628226"/>
            <a:ext cx="19354610" cy="2018746"/>
            <a:chOff x="0" y="0"/>
            <a:chExt cx="1876002" cy="195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95673"/>
            </a:xfrm>
            <a:custGeom>
              <a:avLst/>
              <a:gdLst/>
              <a:ahLst/>
              <a:cxnLst/>
              <a:rect r="r" b="b" t="t" l="l"/>
              <a:pathLst>
                <a:path h="195673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95673"/>
                  </a:lnTo>
                  <a:lnTo>
                    <a:pt x="1876002" y="195673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1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48207" y="3230295"/>
            <a:ext cx="4068484" cy="1325286"/>
            <a:chOff x="0" y="0"/>
            <a:chExt cx="945965" cy="30814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5965" cy="308143"/>
            </a:xfrm>
            <a:custGeom>
              <a:avLst/>
              <a:gdLst/>
              <a:ahLst/>
              <a:cxnLst/>
              <a:rect r="r" b="b" t="t" l="l"/>
              <a:pathLst>
                <a:path h="308143" w="945965">
                  <a:moveTo>
                    <a:pt x="0" y="0"/>
                  </a:moveTo>
                  <a:lnTo>
                    <a:pt x="945965" y="0"/>
                  </a:lnTo>
                  <a:lnTo>
                    <a:pt x="94596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945965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Asistente virtual contextual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301385" y="3230295"/>
            <a:ext cx="4695526" cy="1325286"/>
            <a:chOff x="0" y="0"/>
            <a:chExt cx="1091759" cy="3081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1759" cy="308143"/>
            </a:xfrm>
            <a:custGeom>
              <a:avLst/>
              <a:gdLst/>
              <a:ahLst/>
              <a:cxnLst/>
              <a:rect r="r" b="b" t="t" l="l"/>
              <a:pathLst>
                <a:path h="308143" w="1091759">
                  <a:moveTo>
                    <a:pt x="0" y="0"/>
                  </a:moveTo>
                  <a:lnTo>
                    <a:pt x="1091759" y="0"/>
                  </a:lnTo>
                  <a:lnTo>
                    <a:pt x="1091759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091759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Alertas en tiempo real mediante Bot API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852097" y="3230295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Seguridad Avanzada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27068" y="5143500"/>
            <a:ext cx="4710763" cy="3386070"/>
            <a:chOff x="0" y="0"/>
            <a:chExt cx="1095301" cy="7872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5301" cy="787296"/>
            </a:xfrm>
            <a:custGeom>
              <a:avLst/>
              <a:gdLst/>
              <a:ahLst/>
              <a:cxnLst/>
              <a:rect r="r" b="b" t="t" l="l"/>
              <a:pathLst>
                <a:path h="787296" w="1095301">
                  <a:moveTo>
                    <a:pt x="0" y="0"/>
                  </a:moveTo>
                  <a:lnTo>
                    <a:pt x="1095301" y="0"/>
                  </a:lnTo>
                  <a:lnTo>
                    <a:pt x="1095301" y="787296"/>
                  </a:lnTo>
                  <a:lnTo>
                    <a:pt x="0" y="78729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095301" cy="863496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257649" y="5138904"/>
            <a:ext cx="4739262" cy="3390666"/>
            <a:chOff x="0" y="0"/>
            <a:chExt cx="1101928" cy="78836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01928" cy="788365"/>
            </a:xfrm>
            <a:custGeom>
              <a:avLst/>
              <a:gdLst/>
              <a:ahLst/>
              <a:cxnLst/>
              <a:rect r="r" b="b" t="t" l="l"/>
              <a:pathLst>
                <a:path h="788365" w="1101928">
                  <a:moveTo>
                    <a:pt x="0" y="0"/>
                  </a:moveTo>
                  <a:lnTo>
                    <a:pt x="1101928" y="0"/>
                  </a:lnTo>
                  <a:lnTo>
                    <a:pt x="1101928" y="788365"/>
                  </a:lnTo>
                  <a:lnTo>
                    <a:pt x="0" y="7883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76200"/>
              <a:ext cx="1101928" cy="8645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342878" y="4555581"/>
            <a:ext cx="3600017" cy="909828"/>
            <a:chOff x="0" y="0"/>
            <a:chExt cx="837041" cy="2115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37041" cy="211545"/>
            </a:xfrm>
            <a:custGeom>
              <a:avLst/>
              <a:gdLst/>
              <a:ahLst/>
              <a:cxnLst/>
              <a:rect r="r" b="b" t="t" l="l"/>
              <a:pathLst>
                <a:path h="211545" w="837041">
                  <a:moveTo>
                    <a:pt x="0" y="0"/>
                  </a:moveTo>
                  <a:lnTo>
                    <a:pt x="837041" y="0"/>
                  </a:lnTo>
                  <a:lnTo>
                    <a:pt x="837041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37041" cy="2686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000" spc="2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Verificación de Identidad (Proof of Ownership)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239792" y="5010495"/>
            <a:ext cx="3861894" cy="909828"/>
            <a:chOff x="0" y="0"/>
            <a:chExt cx="897930" cy="2115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97930" cy="211545"/>
            </a:xfrm>
            <a:custGeom>
              <a:avLst/>
              <a:gdLst/>
              <a:ahLst/>
              <a:cxnLst/>
              <a:rect r="r" b="b" t="t" l="l"/>
              <a:pathLst>
                <a:path h="211545" w="897930">
                  <a:moveTo>
                    <a:pt x="0" y="0"/>
                  </a:moveTo>
                  <a:lnTo>
                    <a:pt x="897930" y="0"/>
                  </a:lnTo>
                  <a:lnTo>
                    <a:pt x="897930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897930" cy="2686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000" spc="2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MFA (Multi-Factor Authentication)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573972" y="5773408"/>
            <a:ext cx="2016955" cy="2016955"/>
          </a:xfrm>
          <a:custGeom>
            <a:avLst/>
            <a:gdLst/>
            <a:ahLst/>
            <a:cxnLst/>
            <a:rect r="r" b="b" t="t" l="l"/>
            <a:pathLst>
              <a:path h="2016955" w="2016955">
                <a:moveTo>
                  <a:pt x="0" y="0"/>
                </a:moveTo>
                <a:lnTo>
                  <a:pt x="2016955" y="0"/>
                </a:lnTo>
                <a:lnTo>
                  <a:pt x="2016955" y="2016955"/>
                </a:lnTo>
                <a:lnTo>
                  <a:pt x="0" y="2016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6835215" y="5863138"/>
            <a:ext cx="1927226" cy="1927226"/>
          </a:xfrm>
          <a:custGeom>
            <a:avLst/>
            <a:gdLst/>
            <a:ahLst/>
            <a:cxnLst/>
            <a:rect r="r" b="b" t="t" l="l"/>
            <a:pathLst>
              <a:path h="1927226" w="1927226">
                <a:moveTo>
                  <a:pt x="0" y="0"/>
                </a:moveTo>
                <a:lnTo>
                  <a:pt x="1927226" y="0"/>
                </a:lnTo>
                <a:lnTo>
                  <a:pt x="1927226" y="1927225"/>
                </a:lnTo>
                <a:lnTo>
                  <a:pt x="0" y="19272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10388880" y="5673158"/>
            <a:ext cx="3508012" cy="2856412"/>
            <a:chOff x="0" y="0"/>
            <a:chExt cx="815649" cy="66414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5649" cy="664145"/>
            </a:xfrm>
            <a:custGeom>
              <a:avLst/>
              <a:gdLst/>
              <a:ahLst/>
              <a:cxnLst/>
              <a:rect r="r" b="b" t="t" l="l"/>
              <a:pathLst>
                <a:path h="664145" w="815649">
                  <a:moveTo>
                    <a:pt x="0" y="0"/>
                  </a:moveTo>
                  <a:lnTo>
                    <a:pt x="815649" y="0"/>
                  </a:lnTo>
                  <a:lnTo>
                    <a:pt x="815649" y="664145"/>
                  </a:lnTo>
                  <a:lnTo>
                    <a:pt x="0" y="6641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76200"/>
              <a:ext cx="815649" cy="74034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4287417" y="6128119"/>
            <a:ext cx="3766644" cy="2401451"/>
            <a:chOff x="0" y="0"/>
            <a:chExt cx="875784" cy="55836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75784" cy="558362"/>
            </a:xfrm>
            <a:custGeom>
              <a:avLst/>
              <a:gdLst/>
              <a:ahLst/>
              <a:cxnLst/>
              <a:rect r="r" b="b" t="t" l="l"/>
              <a:pathLst>
                <a:path h="558362" w="875784">
                  <a:moveTo>
                    <a:pt x="0" y="0"/>
                  </a:moveTo>
                  <a:lnTo>
                    <a:pt x="875784" y="0"/>
                  </a:lnTo>
                  <a:lnTo>
                    <a:pt x="875784" y="558362"/>
                  </a:lnTo>
                  <a:lnTo>
                    <a:pt x="0" y="5583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76200"/>
              <a:ext cx="875784" cy="63456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4358666" y="6300917"/>
            <a:ext cx="3624146" cy="1801066"/>
          </a:xfrm>
          <a:custGeom>
            <a:avLst/>
            <a:gdLst/>
            <a:ahLst/>
            <a:cxnLst/>
            <a:rect r="r" b="b" t="t" l="l"/>
            <a:pathLst>
              <a:path h="1801066" w="3624146">
                <a:moveTo>
                  <a:pt x="0" y="0"/>
                </a:moveTo>
                <a:lnTo>
                  <a:pt x="3624146" y="0"/>
                </a:lnTo>
                <a:lnTo>
                  <a:pt x="3624146" y="1801067"/>
                </a:lnTo>
                <a:lnTo>
                  <a:pt x="0" y="1801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1816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0783786" y="5940983"/>
            <a:ext cx="2788006" cy="2161001"/>
          </a:xfrm>
          <a:custGeom>
            <a:avLst/>
            <a:gdLst/>
            <a:ahLst/>
            <a:cxnLst/>
            <a:rect r="r" b="b" t="t" l="l"/>
            <a:pathLst>
              <a:path h="2161001" w="2788006">
                <a:moveTo>
                  <a:pt x="0" y="0"/>
                </a:moveTo>
                <a:lnTo>
                  <a:pt x="2788006" y="0"/>
                </a:lnTo>
                <a:lnTo>
                  <a:pt x="2788006" y="2161001"/>
                </a:lnTo>
                <a:lnTo>
                  <a:pt x="0" y="21610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773" t="0" r="-24783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274388" y="786966"/>
            <a:ext cx="9932477" cy="1625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INTEGRACIONES Y SEGURIDAD AVANZADA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553248" y="3332230"/>
            <a:ext cx="1516533" cy="1254586"/>
          </a:xfrm>
          <a:custGeom>
            <a:avLst/>
            <a:gdLst/>
            <a:ahLst/>
            <a:cxnLst/>
            <a:rect r="r" b="b" t="t" l="l"/>
            <a:pathLst>
              <a:path h="1254586" w="1516533">
                <a:moveTo>
                  <a:pt x="0" y="0"/>
                </a:moveTo>
                <a:lnTo>
                  <a:pt x="1516533" y="0"/>
                </a:lnTo>
                <a:lnTo>
                  <a:pt x="1516533" y="1254586"/>
                </a:lnTo>
                <a:lnTo>
                  <a:pt x="0" y="12545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327691" y="3192904"/>
            <a:ext cx="1150967" cy="1559919"/>
          </a:xfrm>
          <a:custGeom>
            <a:avLst/>
            <a:gdLst/>
            <a:ahLst/>
            <a:cxnLst/>
            <a:rect r="r" b="b" t="t" l="l"/>
            <a:pathLst>
              <a:path h="1559919" w="1150967">
                <a:moveTo>
                  <a:pt x="0" y="0"/>
                </a:moveTo>
                <a:lnTo>
                  <a:pt x="1150967" y="0"/>
                </a:lnTo>
                <a:lnTo>
                  <a:pt x="1150967" y="1559919"/>
                </a:lnTo>
                <a:lnTo>
                  <a:pt x="0" y="15599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931760" y="3498338"/>
            <a:ext cx="1635151" cy="1088119"/>
          </a:xfrm>
          <a:custGeom>
            <a:avLst/>
            <a:gdLst/>
            <a:ahLst/>
            <a:cxnLst/>
            <a:rect r="r" b="b" t="t" l="l"/>
            <a:pathLst>
              <a:path h="1088119" w="1635151">
                <a:moveTo>
                  <a:pt x="0" y="0"/>
                </a:moveTo>
                <a:lnTo>
                  <a:pt x="1635151" y="0"/>
                </a:lnTo>
                <a:lnTo>
                  <a:pt x="1635151" y="1088119"/>
                </a:lnTo>
                <a:lnTo>
                  <a:pt x="0" y="10881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020014" y="3331972"/>
            <a:ext cx="1433886" cy="1420851"/>
          </a:xfrm>
          <a:custGeom>
            <a:avLst/>
            <a:gdLst/>
            <a:ahLst/>
            <a:cxnLst/>
            <a:rect r="r" b="b" t="t" l="l"/>
            <a:pathLst>
              <a:path h="1420851" w="1433886">
                <a:moveTo>
                  <a:pt x="0" y="0"/>
                </a:moveTo>
                <a:lnTo>
                  <a:pt x="1433887" y="0"/>
                </a:lnTo>
                <a:lnTo>
                  <a:pt x="1433887" y="1420851"/>
                </a:lnTo>
                <a:lnTo>
                  <a:pt x="0" y="14208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156807" y="5310623"/>
            <a:ext cx="3351392" cy="2559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37915" y="5310623"/>
            <a:ext cx="2970137" cy="311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999" spc="195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 (como Stripe o PayPal).</a:t>
            </a: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 marL="0" indent="0" lvl="0">
              <a:lnSpc>
                <a:spcPts val="2208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5446905" y="5310623"/>
            <a:ext cx="3440283" cy="3454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  Los usuarios podrán leer las reseñas de otros clientes sobre un servicio y/o empresa.</a:t>
            </a: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 marL="0" indent="0" lvl="0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9430113" y="5310623"/>
            <a:ext cx="3336395" cy="3178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 integrado directamente en el chat de la aplicación.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588190" y="4952409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305621" y="4048366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501595" y="2562685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45528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373992" y="1988168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042806" y="6599166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164327" y="3948095"/>
            <a:ext cx="5504569" cy="3082558"/>
          </a:xfrm>
          <a:custGeom>
            <a:avLst/>
            <a:gdLst/>
            <a:ahLst/>
            <a:cxnLst/>
            <a:rect r="r" b="b" t="t" l="l"/>
            <a:pathLst>
              <a:path h="3082558" w="5504569">
                <a:moveTo>
                  <a:pt x="0" y="0"/>
                </a:moveTo>
                <a:lnTo>
                  <a:pt x="5504569" y="0"/>
                </a:lnTo>
                <a:lnTo>
                  <a:pt x="5504569" y="3082558"/>
                </a:lnTo>
                <a:lnTo>
                  <a:pt x="0" y="3082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